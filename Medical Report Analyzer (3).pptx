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0" r:id="rId4"/>
    <p:sldId id="259" r:id="rId5"/>
    <p:sldId id="258" r:id="rId6"/>
    <p:sldId id="261" r:id="rId7"/>
    <p:sldId id="262"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ADB60C-8788-4501-A440-B2406480BE1A}">
          <p14:sldIdLst>
            <p14:sldId id="256"/>
            <p14:sldId id="257"/>
            <p14:sldId id="260"/>
            <p14:sldId id="259"/>
            <p14:sldId id="258"/>
            <p14:sldId id="261"/>
            <p14:sldId id="262"/>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0F48"/>
    <a:srgbClr val="B30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956646-919A-4C1D-9563-BC9FFB373B2B}" v="124" dt="2026-07-17T17:51:03.2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wini yoshitha" userId="30174c09b483e879" providerId="LiveId" clId="{A55116F7-7B3E-47CD-A3B8-8C9CFBD1FE99}"/>
    <pc:docChg chg="undo custSel addSld delSld modSld addSection delSection modSection">
      <pc:chgData name="manaswini yoshitha" userId="30174c09b483e879" providerId="LiveId" clId="{A55116F7-7B3E-47CD-A3B8-8C9CFBD1FE99}" dt="2026-07-17T17:57:41.664" v="1848" actId="1076"/>
      <pc:docMkLst>
        <pc:docMk/>
      </pc:docMkLst>
      <pc:sldChg chg="modSp mod">
        <pc:chgData name="manaswini yoshitha" userId="30174c09b483e879" providerId="LiveId" clId="{A55116F7-7B3E-47CD-A3B8-8C9CFBD1FE99}" dt="2026-07-05T11:29:27.051" v="44" actId="20577"/>
        <pc:sldMkLst>
          <pc:docMk/>
          <pc:sldMk cId="3947797981" sldId="257"/>
        </pc:sldMkLst>
        <pc:graphicFrameChg chg="modGraphic">
          <ac:chgData name="manaswini yoshitha" userId="30174c09b483e879" providerId="LiveId" clId="{A55116F7-7B3E-47CD-A3B8-8C9CFBD1FE99}" dt="2026-07-05T11:29:27.051" v="44" actId="20577"/>
          <ac:graphicFrameMkLst>
            <pc:docMk/>
            <pc:sldMk cId="3947797981" sldId="257"/>
            <ac:graphicFrameMk id="7" creationId="{B3958F70-6031-D869-FF93-B1BB02FE761A}"/>
          </ac:graphicFrameMkLst>
        </pc:graphicFrameChg>
      </pc:sldChg>
      <pc:sldChg chg="modSp mod">
        <pc:chgData name="manaswini yoshitha" userId="30174c09b483e879" providerId="LiveId" clId="{A55116F7-7B3E-47CD-A3B8-8C9CFBD1FE99}" dt="2026-07-05T07:20:52.126" v="40" actId="113"/>
        <pc:sldMkLst>
          <pc:docMk/>
          <pc:sldMk cId="4141349613" sldId="260"/>
        </pc:sldMkLst>
        <pc:graphicFrameChg chg="modGraphic">
          <ac:chgData name="manaswini yoshitha" userId="30174c09b483e879" providerId="LiveId" clId="{A55116F7-7B3E-47CD-A3B8-8C9CFBD1FE99}" dt="2026-07-05T07:20:52.126" v="40" actId="113"/>
          <ac:graphicFrameMkLst>
            <pc:docMk/>
            <pc:sldMk cId="4141349613" sldId="260"/>
            <ac:graphicFrameMk id="5" creationId="{20C09C8D-D692-4F2B-3042-EB3743342C03}"/>
          </ac:graphicFrameMkLst>
        </pc:graphicFrameChg>
      </pc:sldChg>
      <pc:sldChg chg="delSp modSp new mod">
        <pc:chgData name="manaswini yoshitha" userId="30174c09b483e879" providerId="LiveId" clId="{A55116F7-7B3E-47CD-A3B8-8C9CFBD1FE99}" dt="2026-07-17T17:57:41.664" v="1848" actId="1076"/>
        <pc:sldMkLst>
          <pc:docMk/>
          <pc:sldMk cId="2643611698" sldId="261"/>
        </pc:sldMkLst>
        <pc:spChg chg="mod">
          <ac:chgData name="manaswini yoshitha" userId="30174c09b483e879" providerId="LiveId" clId="{A55116F7-7B3E-47CD-A3B8-8C9CFBD1FE99}" dt="2026-07-17T17:57:41.664" v="1848" actId="1076"/>
          <ac:spMkLst>
            <pc:docMk/>
            <pc:sldMk cId="2643611698" sldId="261"/>
            <ac:spMk id="2" creationId="{68B8A484-5D51-BA23-89BE-1D38C9384F68}"/>
          </ac:spMkLst>
        </pc:spChg>
        <pc:spChg chg="del mod">
          <ac:chgData name="manaswini yoshitha" userId="30174c09b483e879" providerId="LiveId" clId="{A55116F7-7B3E-47CD-A3B8-8C9CFBD1FE99}" dt="2026-07-17T13:41:42.773" v="81" actId="21"/>
          <ac:spMkLst>
            <pc:docMk/>
            <pc:sldMk cId="2643611698" sldId="261"/>
            <ac:spMk id="3" creationId="{6224493C-E71B-C07E-BA39-31F2923B5198}"/>
          </ac:spMkLst>
        </pc:spChg>
      </pc:sldChg>
      <pc:sldChg chg="addSp delSp modSp new mod">
        <pc:chgData name="manaswini yoshitha" userId="30174c09b483e879" providerId="LiveId" clId="{A55116F7-7B3E-47CD-A3B8-8C9CFBD1FE99}" dt="2026-07-17T17:40:15.360" v="1694" actId="255"/>
        <pc:sldMkLst>
          <pc:docMk/>
          <pc:sldMk cId="1750275219" sldId="262"/>
        </pc:sldMkLst>
        <pc:spChg chg="del mod">
          <ac:chgData name="manaswini yoshitha" userId="30174c09b483e879" providerId="LiveId" clId="{A55116F7-7B3E-47CD-A3B8-8C9CFBD1FE99}" dt="2026-07-17T13:44:19.589" v="127" actId="21"/>
          <ac:spMkLst>
            <pc:docMk/>
            <pc:sldMk cId="1750275219" sldId="262"/>
            <ac:spMk id="2" creationId="{0BE02D48-0418-6AFB-11D9-5FEEC89FEEB3}"/>
          </ac:spMkLst>
        </pc:spChg>
        <pc:spChg chg="mod">
          <ac:chgData name="manaswini yoshitha" userId="30174c09b483e879" providerId="LiveId" clId="{A55116F7-7B3E-47CD-A3B8-8C9CFBD1FE99}" dt="2026-07-17T15:46:36.393" v="1108" actId="20577"/>
          <ac:spMkLst>
            <pc:docMk/>
            <pc:sldMk cId="1750275219" sldId="262"/>
            <ac:spMk id="3" creationId="{BBB4FEA6-B20A-2A6F-0D87-478A1A74878D}"/>
          </ac:spMkLst>
        </pc:spChg>
        <pc:spChg chg="add mod">
          <ac:chgData name="manaswini yoshitha" userId="30174c09b483e879" providerId="LiveId" clId="{A55116F7-7B3E-47CD-A3B8-8C9CFBD1FE99}" dt="2026-07-17T17:40:15.360" v="1694" actId="255"/>
          <ac:spMkLst>
            <pc:docMk/>
            <pc:sldMk cId="1750275219" sldId="262"/>
            <ac:spMk id="4" creationId="{E5E3CB9D-C5C0-315A-6D03-74FA33B8C675}"/>
          </ac:spMkLst>
        </pc:spChg>
        <pc:spChg chg="add del mod">
          <ac:chgData name="manaswini yoshitha" userId="30174c09b483e879" providerId="LiveId" clId="{A55116F7-7B3E-47CD-A3B8-8C9CFBD1FE99}" dt="2026-07-17T13:57:54.048" v="274"/>
          <ac:spMkLst>
            <pc:docMk/>
            <pc:sldMk cId="1750275219" sldId="262"/>
            <ac:spMk id="6" creationId="{2558EC89-DDBA-86F9-5B80-C831E1A3A936}"/>
          </ac:spMkLst>
        </pc:spChg>
        <pc:spChg chg="add del mod">
          <ac:chgData name="manaswini yoshitha" userId="30174c09b483e879" providerId="LiveId" clId="{A55116F7-7B3E-47CD-A3B8-8C9CFBD1FE99}" dt="2026-07-17T15:34:53.767" v="1049"/>
          <ac:spMkLst>
            <pc:docMk/>
            <pc:sldMk cId="1750275219" sldId="262"/>
            <ac:spMk id="7" creationId="{636FFBEB-1D24-E948-9E72-22C948128378}"/>
          </ac:spMkLst>
        </pc:spChg>
        <pc:graphicFrameChg chg="add del modGraphic">
          <ac:chgData name="manaswini yoshitha" userId="30174c09b483e879" providerId="LiveId" clId="{A55116F7-7B3E-47CD-A3B8-8C9CFBD1FE99}" dt="2026-07-17T13:47:14.459" v="140" actId="1032"/>
          <ac:graphicFrameMkLst>
            <pc:docMk/>
            <pc:sldMk cId="1750275219" sldId="262"/>
            <ac:graphicFrameMk id="4" creationId="{E420A38E-4D48-6A9A-60A1-02AFF994E442}"/>
          </ac:graphicFrameMkLst>
        </pc:graphicFrameChg>
        <pc:graphicFrameChg chg="add del mod modGraphic">
          <ac:chgData name="manaswini yoshitha" userId="30174c09b483e879" providerId="LiveId" clId="{A55116F7-7B3E-47CD-A3B8-8C9CFBD1FE99}" dt="2026-07-17T15:34:40.443" v="1041" actId="478"/>
          <ac:graphicFrameMkLst>
            <pc:docMk/>
            <pc:sldMk cId="1750275219" sldId="262"/>
            <ac:graphicFrameMk id="5" creationId="{04E05A97-425B-F85E-F964-4513F755F3D5}"/>
          </ac:graphicFrameMkLst>
        </pc:graphicFrameChg>
        <pc:picChg chg="add del mod">
          <ac:chgData name="manaswini yoshitha" userId="30174c09b483e879" providerId="LiveId" clId="{A55116F7-7B3E-47CD-A3B8-8C9CFBD1FE99}" dt="2026-07-17T15:34:42.280" v="1042" actId="478"/>
          <ac:picMkLst>
            <pc:docMk/>
            <pc:sldMk cId="1750275219" sldId="262"/>
            <ac:picMk id="9" creationId="{FA1F7970-E362-2425-145A-331C2B4D9A64}"/>
          </ac:picMkLst>
        </pc:picChg>
        <pc:picChg chg="add del mod">
          <ac:chgData name="manaswini yoshitha" userId="30174c09b483e879" providerId="LiveId" clId="{A55116F7-7B3E-47CD-A3B8-8C9CFBD1FE99}" dt="2026-07-17T15:34:43.739" v="1043" actId="478"/>
          <ac:picMkLst>
            <pc:docMk/>
            <pc:sldMk cId="1750275219" sldId="262"/>
            <ac:picMk id="11" creationId="{E5D337ED-4CD9-EC66-BABA-252B7D67E985}"/>
          </ac:picMkLst>
        </pc:picChg>
        <pc:picChg chg="add del mod">
          <ac:chgData name="manaswini yoshitha" userId="30174c09b483e879" providerId="LiveId" clId="{A55116F7-7B3E-47CD-A3B8-8C9CFBD1FE99}" dt="2026-07-17T15:34:45.781" v="1044" actId="478"/>
          <ac:picMkLst>
            <pc:docMk/>
            <pc:sldMk cId="1750275219" sldId="262"/>
            <ac:picMk id="13" creationId="{A5FBB6B9-1FFC-E66F-9236-0B7F4B359C80}"/>
          </ac:picMkLst>
        </pc:picChg>
        <pc:picChg chg="add del mod">
          <ac:chgData name="manaswini yoshitha" userId="30174c09b483e879" providerId="LiveId" clId="{A55116F7-7B3E-47CD-A3B8-8C9CFBD1FE99}" dt="2026-07-17T15:34:47.897" v="1045" actId="478"/>
          <ac:picMkLst>
            <pc:docMk/>
            <pc:sldMk cId="1750275219" sldId="262"/>
            <ac:picMk id="15" creationId="{E8CB29CD-4DD6-A271-4CDC-BDF70CF0B455}"/>
          </ac:picMkLst>
        </pc:picChg>
      </pc:sldChg>
      <pc:sldChg chg="delSp modSp new del mod">
        <pc:chgData name="manaswini yoshitha" userId="30174c09b483e879" providerId="LiveId" clId="{A55116F7-7B3E-47CD-A3B8-8C9CFBD1FE99}" dt="2026-07-17T16:06:12.620" v="1390" actId="2696"/>
        <pc:sldMkLst>
          <pc:docMk/>
          <pc:sldMk cId="694779834" sldId="263"/>
        </pc:sldMkLst>
        <pc:spChg chg="del mod">
          <ac:chgData name="manaswini yoshitha" userId="30174c09b483e879" providerId="LiveId" clId="{A55116F7-7B3E-47CD-A3B8-8C9CFBD1FE99}" dt="2026-07-17T15:51:05.207" v="1148" actId="21"/>
          <ac:spMkLst>
            <pc:docMk/>
            <pc:sldMk cId="694779834" sldId="263"/>
            <ac:spMk id="2" creationId="{88BB0723-A6AE-C590-397F-15021A7E716E}"/>
          </ac:spMkLst>
        </pc:spChg>
        <pc:spChg chg="mod">
          <ac:chgData name="manaswini yoshitha" userId="30174c09b483e879" providerId="LiveId" clId="{A55116F7-7B3E-47CD-A3B8-8C9CFBD1FE99}" dt="2026-07-17T15:58:34.381" v="1265" actId="255"/>
          <ac:spMkLst>
            <pc:docMk/>
            <pc:sldMk cId="694779834" sldId="263"/>
            <ac:spMk id="3" creationId="{AF458F2C-FF85-17DC-6FF6-7E484093C87E}"/>
          </ac:spMkLst>
        </pc:spChg>
      </pc:sldChg>
      <pc:sldChg chg="delSp modSp new del mod">
        <pc:chgData name="manaswini yoshitha" userId="30174c09b483e879" providerId="LiveId" clId="{A55116F7-7B3E-47CD-A3B8-8C9CFBD1FE99}" dt="2026-07-17T15:12:45.998" v="863" actId="2696"/>
        <pc:sldMkLst>
          <pc:docMk/>
          <pc:sldMk cId="1370655521" sldId="263"/>
        </pc:sldMkLst>
        <pc:spChg chg="del mod">
          <ac:chgData name="manaswini yoshitha" userId="30174c09b483e879" providerId="LiveId" clId="{A55116F7-7B3E-47CD-A3B8-8C9CFBD1FE99}" dt="2026-07-17T14:12:43.340" v="312" actId="21"/>
          <ac:spMkLst>
            <pc:docMk/>
            <pc:sldMk cId="1370655521" sldId="263"/>
            <ac:spMk id="2" creationId="{73B26F7D-F23C-36D3-AF25-3E9A55738BCB}"/>
          </ac:spMkLst>
        </pc:spChg>
        <pc:spChg chg="mod">
          <ac:chgData name="manaswini yoshitha" userId="30174c09b483e879" providerId="LiveId" clId="{A55116F7-7B3E-47CD-A3B8-8C9CFBD1FE99}" dt="2026-07-17T14:14:34.929" v="331" actId="20577"/>
          <ac:spMkLst>
            <pc:docMk/>
            <pc:sldMk cId="1370655521" sldId="263"/>
            <ac:spMk id="3" creationId="{76407233-A6AB-25E8-E993-4F2EA14A7121}"/>
          </ac:spMkLst>
        </pc:spChg>
      </pc:sldChg>
      <pc:sldChg chg="addSp delSp modSp new del mod modClrScheme chgLayout">
        <pc:chgData name="manaswini yoshitha" userId="30174c09b483e879" providerId="LiveId" clId="{A55116F7-7B3E-47CD-A3B8-8C9CFBD1FE99}" dt="2026-07-17T15:46:24.841" v="1086" actId="2696"/>
        <pc:sldMkLst>
          <pc:docMk/>
          <pc:sldMk cId="200180653" sldId="264"/>
        </pc:sldMkLst>
        <pc:spChg chg="del mod ord">
          <ac:chgData name="manaswini yoshitha" userId="30174c09b483e879" providerId="LiveId" clId="{A55116F7-7B3E-47CD-A3B8-8C9CFBD1FE99}" dt="2026-07-17T14:15:42.263" v="333" actId="700"/>
          <ac:spMkLst>
            <pc:docMk/>
            <pc:sldMk cId="200180653" sldId="264"/>
            <ac:spMk id="2" creationId="{5342BBD1-F107-0897-1C9D-B1172A4ACA52}"/>
          </ac:spMkLst>
        </pc:spChg>
        <pc:spChg chg="del mod ord">
          <ac:chgData name="manaswini yoshitha" userId="30174c09b483e879" providerId="LiveId" clId="{A55116F7-7B3E-47CD-A3B8-8C9CFBD1FE99}" dt="2026-07-17T14:15:42.263" v="333" actId="700"/>
          <ac:spMkLst>
            <pc:docMk/>
            <pc:sldMk cId="200180653" sldId="264"/>
            <ac:spMk id="3" creationId="{D617F6F2-9943-770D-1E15-F31C00BF89FF}"/>
          </ac:spMkLst>
        </pc:spChg>
        <pc:spChg chg="add mod ord">
          <ac:chgData name="manaswini yoshitha" userId="30174c09b483e879" providerId="LiveId" clId="{A55116F7-7B3E-47CD-A3B8-8C9CFBD1FE99}" dt="2026-07-17T14:17:39.736" v="356" actId="20577"/>
          <ac:spMkLst>
            <pc:docMk/>
            <pc:sldMk cId="200180653" sldId="264"/>
            <ac:spMk id="4" creationId="{BA6AC114-0D64-F1AF-7C92-788BA6AFAB35}"/>
          </ac:spMkLst>
        </pc:spChg>
        <pc:spChg chg="add mod ord">
          <ac:chgData name="manaswini yoshitha" userId="30174c09b483e879" providerId="LiveId" clId="{A55116F7-7B3E-47CD-A3B8-8C9CFBD1FE99}" dt="2026-07-17T14:19:56.615" v="398" actId="1076"/>
          <ac:spMkLst>
            <pc:docMk/>
            <pc:sldMk cId="200180653" sldId="264"/>
            <ac:spMk id="5" creationId="{9FC96EC2-C9E6-E945-C495-2468F9504612}"/>
          </ac:spMkLst>
        </pc:spChg>
        <pc:spChg chg="add del mod ord">
          <ac:chgData name="manaswini yoshitha" userId="30174c09b483e879" providerId="LiveId" clId="{A55116F7-7B3E-47CD-A3B8-8C9CFBD1FE99}" dt="2026-07-17T14:22:46.289" v="443" actId="931"/>
          <ac:spMkLst>
            <pc:docMk/>
            <pc:sldMk cId="200180653" sldId="264"/>
            <ac:spMk id="6" creationId="{40DB9178-BF7F-B993-B8A8-387AADD8D2C7}"/>
          </ac:spMkLst>
        </pc:spChg>
        <pc:spChg chg="add del mod ord">
          <ac:chgData name="manaswini yoshitha" userId="30174c09b483e879" providerId="LiveId" clId="{A55116F7-7B3E-47CD-A3B8-8C9CFBD1FE99}" dt="2026-07-17T14:20:27.065" v="399"/>
          <ac:spMkLst>
            <pc:docMk/>
            <pc:sldMk cId="200180653" sldId="264"/>
            <ac:spMk id="7" creationId="{068C6DCD-6D62-BEFE-374F-A4FB65D0A603}"/>
          </ac:spMkLst>
        </pc:spChg>
        <pc:spChg chg="add del mod ord">
          <ac:chgData name="manaswini yoshitha" userId="30174c09b483e879" providerId="LiveId" clId="{A55116F7-7B3E-47CD-A3B8-8C9CFBD1FE99}" dt="2026-07-17T14:24:02.302" v="446" actId="931"/>
          <ac:spMkLst>
            <pc:docMk/>
            <pc:sldMk cId="200180653" sldId="264"/>
            <ac:spMk id="8" creationId="{A8135875-DD6A-96AC-0CEB-026C1442FE11}"/>
          </ac:spMkLst>
        </pc:spChg>
        <pc:spChg chg="add mod">
          <ac:chgData name="manaswini yoshitha" userId="30174c09b483e879" providerId="LiveId" clId="{A55116F7-7B3E-47CD-A3B8-8C9CFBD1FE99}" dt="2026-07-17T15:03:48.004" v="668" actId="20577"/>
          <ac:spMkLst>
            <pc:docMk/>
            <pc:sldMk cId="200180653" sldId="264"/>
            <ac:spMk id="9" creationId="{D848E1E5-E01B-436E-EA75-6234467A11CC}"/>
          </ac:spMkLst>
        </pc:spChg>
        <pc:spChg chg="add del mod">
          <ac:chgData name="manaswini yoshitha" userId="30174c09b483e879" providerId="LiveId" clId="{A55116F7-7B3E-47CD-A3B8-8C9CFBD1FE99}" dt="2026-07-17T14:27:36.155" v="471"/>
          <ac:spMkLst>
            <pc:docMk/>
            <pc:sldMk cId="200180653" sldId="264"/>
            <ac:spMk id="20" creationId="{F12BF484-3DD5-C780-0BC5-18C573537C50}"/>
          </ac:spMkLst>
        </pc:spChg>
        <pc:spChg chg="add mod">
          <ac:chgData name="manaswini yoshitha" userId="30174c09b483e879" providerId="LiveId" clId="{A55116F7-7B3E-47CD-A3B8-8C9CFBD1FE99}" dt="2026-07-17T15:01:23.035" v="637" actId="1076"/>
          <ac:spMkLst>
            <pc:docMk/>
            <pc:sldMk cId="200180653" sldId="264"/>
            <ac:spMk id="21" creationId="{6072CC5A-9D4B-1133-F8C7-0DDA0B1D08E9}"/>
          </ac:spMkLst>
        </pc:spChg>
        <pc:spChg chg="add mod">
          <ac:chgData name="manaswini yoshitha" userId="30174c09b483e879" providerId="LiveId" clId="{A55116F7-7B3E-47CD-A3B8-8C9CFBD1FE99}" dt="2026-07-17T15:01:32.746" v="639" actId="1076"/>
          <ac:spMkLst>
            <pc:docMk/>
            <pc:sldMk cId="200180653" sldId="264"/>
            <ac:spMk id="22" creationId="{542D407C-5C1E-C090-77BA-C819FD7387A0}"/>
          </ac:spMkLst>
        </pc:spChg>
        <pc:spChg chg="add mod">
          <ac:chgData name="manaswini yoshitha" userId="30174c09b483e879" providerId="LiveId" clId="{A55116F7-7B3E-47CD-A3B8-8C9CFBD1FE99}" dt="2026-07-17T15:01:43.302" v="640" actId="1076"/>
          <ac:spMkLst>
            <pc:docMk/>
            <pc:sldMk cId="200180653" sldId="264"/>
            <ac:spMk id="23" creationId="{476A0D6B-05D7-2441-0A24-C6BD886AD96B}"/>
          </ac:spMkLst>
        </pc:spChg>
        <pc:spChg chg="add del mod">
          <ac:chgData name="manaswini yoshitha" userId="30174c09b483e879" providerId="LiveId" clId="{A55116F7-7B3E-47CD-A3B8-8C9CFBD1FE99}" dt="2026-07-17T14:32:46.560" v="566"/>
          <ac:spMkLst>
            <pc:docMk/>
            <pc:sldMk cId="200180653" sldId="264"/>
            <ac:spMk id="24" creationId="{5D283587-B873-5CF6-B443-E85B373D9D14}"/>
          </ac:spMkLst>
        </pc:spChg>
        <pc:spChg chg="add del mod">
          <ac:chgData name="manaswini yoshitha" userId="30174c09b483e879" providerId="LiveId" clId="{A55116F7-7B3E-47CD-A3B8-8C9CFBD1FE99}" dt="2026-07-17T14:34:32.167" v="571"/>
          <ac:spMkLst>
            <pc:docMk/>
            <pc:sldMk cId="200180653" sldId="264"/>
            <ac:spMk id="25" creationId="{E17700F0-DA5F-EBA0-C31C-26F065D5EF66}"/>
          </ac:spMkLst>
        </pc:spChg>
        <pc:spChg chg="add mod">
          <ac:chgData name="manaswini yoshitha" userId="30174c09b483e879" providerId="LiveId" clId="{A55116F7-7B3E-47CD-A3B8-8C9CFBD1FE99}" dt="2026-07-17T15:01:51.740" v="641" actId="1076"/>
          <ac:spMkLst>
            <pc:docMk/>
            <pc:sldMk cId="200180653" sldId="264"/>
            <ac:spMk id="26" creationId="{7166DB30-89C2-2A89-DF8D-D318A4E303D7}"/>
          </ac:spMkLst>
        </pc:spChg>
        <pc:spChg chg="add mod">
          <ac:chgData name="manaswini yoshitha" userId="30174c09b483e879" providerId="LiveId" clId="{A55116F7-7B3E-47CD-A3B8-8C9CFBD1FE99}" dt="2026-07-17T15:02:19.907" v="642" actId="1076"/>
          <ac:spMkLst>
            <pc:docMk/>
            <pc:sldMk cId="200180653" sldId="264"/>
            <ac:spMk id="28" creationId="{42509093-65B6-403E-3D12-A8C86F8B4741}"/>
          </ac:spMkLst>
        </pc:spChg>
        <pc:spChg chg="add mod">
          <ac:chgData name="manaswini yoshitha" userId="30174c09b483e879" providerId="LiveId" clId="{A55116F7-7B3E-47CD-A3B8-8C9CFBD1FE99}" dt="2026-07-17T15:10:56.417" v="731" actId="20577"/>
          <ac:spMkLst>
            <pc:docMk/>
            <pc:sldMk cId="200180653" sldId="264"/>
            <ac:spMk id="40" creationId="{4BB324D8-113C-C0A8-ED62-55AA134CA09F}"/>
          </ac:spMkLst>
        </pc:spChg>
        <pc:spChg chg="add mod">
          <ac:chgData name="manaswini yoshitha" userId="30174c09b483e879" providerId="LiveId" clId="{A55116F7-7B3E-47CD-A3B8-8C9CFBD1FE99}" dt="2026-07-17T15:11:06.171" v="763" actId="20577"/>
          <ac:spMkLst>
            <pc:docMk/>
            <pc:sldMk cId="200180653" sldId="264"/>
            <ac:spMk id="42" creationId="{2D3BF577-8680-E2DC-4338-10149939F6EB}"/>
          </ac:spMkLst>
        </pc:spChg>
        <pc:spChg chg="add mod">
          <ac:chgData name="manaswini yoshitha" userId="30174c09b483e879" providerId="LiveId" clId="{A55116F7-7B3E-47CD-A3B8-8C9CFBD1FE99}" dt="2026-07-17T15:11:16.389" v="784" actId="20577"/>
          <ac:spMkLst>
            <pc:docMk/>
            <pc:sldMk cId="200180653" sldId="264"/>
            <ac:spMk id="44" creationId="{60663FE4-1BA4-200C-E67F-E773E221F5DD}"/>
          </ac:spMkLst>
        </pc:spChg>
        <pc:spChg chg="add mod">
          <ac:chgData name="manaswini yoshitha" userId="30174c09b483e879" providerId="LiveId" clId="{A55116F7-7B3E-47CD-A3B8-8C9CFBD1FE99}" dt="2026-07-17T15:11:29.378" v="819" actId="20577"/>
          <ac:spMkLst>
            <pc:docMk/>
            <pc:sldMk cId="200180653" sldId="264"/>
            <ac:spMk id="46" creationId="{6FAA981D-95BC-F51E-C481-E606F24C3B49}"/>
          </ac:spMkLst>
        </pc:spChg>
        <pc:spChg chg="add mod">
          <ac:chgData name="manaswini yoshitha" userId="30174c09b483e879" providerId="LiveId" clId="{A55116F7-7B3E-47CD-A3B8-8C9CFBD1FE99}" dt="2026-07-17T15:12:35.126" v="862" actId="1076"/>
          <ac:spMkLst>
            <pc:docMk/>
            <pc:sldMk cId="200180653" sldId="264"/>
            <ac:spMk id="48" creationId="{1C1D94BE-2848-6A83-285A-80D000741F7D}"/>
          </ac:spMkLst>
        </pc:spChg>
        <pc:picChg chg="add mod">
          <ac:chgData name="manaswini yoshitha" userId="30174c09b483e879" providerId="LiveId" clId="{A55116F7-7B3E-47CD-A3B8-8C9CFBD1FE99}" dt="2026-07-17T15:01:27.857" v="638" actId="1076"/>
          <ac:picMkLst>
            <pc:docMk/>
            <pc:sldMk cId="200180653" sldId="264"/>
            <ac:picMk id="11" creationId="{05C3C38D-B45B-1E9A-568E-2972D675D5F9}"/>
          </ac:picMkLst>
        </pc:picChg>
        <pc:picChg chg="add mod">
          <ac:chgData name="manaswini yoshitha" userId="30174c09b483e879" providerId="LiveId" clId="{A55116F7-7B3E-47CD-A3B8-8C9CFBD1FE99}" dt="2026-07-17T15:02:27.253" v="643" actId="1076"/>
          <ac:picMkLst>
            <pc:docMk/>
            <pc:sldMk cId="200180653" sldId="264"/>
            <ac:picMk id="13" creationId="{71A1BBD9-A9C8-5C10-FEC2-0FE7DB5AF423}"/>
          </ac:picMkLst>
        </pc:picChg>
        <pc:picChg chg="add mod">
          <ac:chgData name="manaswini yoshitha" userId="30174c09b483e879" providerId="LiveId" clId="{A55116F7-7B3E-47CD-A3B8-8C9CFBD1FE99}" dt="2026-07-17T15:02:36.566" v="644" actId="1076"/>
          <ac:picMkLst>
            <pc:docMk/>
            <pc:sldMk cId="200180653" sldId="264"/>
            <ac:picMk id="15" creationId="{7538B133-D344-5364-070D-6239C528E08C}"/>
          </ac:picMkLst>
        </pc:picChg>
        <pc:picChg chg="add mod">
          <ac:chgData name="manaswini yoshitha" userId="30174c09b483e879" providerId="LiveId" clId="{A55116F7-7B3E-47CD-A3B8-8C9CFBD1FE99}" dt="2026-07-17T15:02:49.439" v="645" actId="1076"/>
          <ac:picMkLst>
            <pc:docMk/>
            <pc:sldMk cId="200180653" sldId="264"/>
            <ac:picMk id="17" creationId="{45596D57-3381-73E7-22CE-8570A0C5DCD2}"/>
          </ac:picMkLst>
        </pc:picChg>
        <pc:picChg chg="add mod">
          <ac:chgData name="manaswini yoshitha" userId="30174c09b483e879" providerId="LiveId" clId="{A55116F7-7B3E-47CD-A3B8-8C9CFBD1FE99}" dt="2026-07-17T15:02:55.128" v="646" actId="1076"/>
          <ac:picMkLst>
            <pc:docMk/>
            <pc:sldMk cId="200180653" sldId="264"/>
            <ac:picMk id="19" creationId="{A21C9B5D-1CDD-DE18-562F-2300CBC98134}"/>
          </ac:picMkLst>
        </pc:picChg>
        <pc:picChg chg="add mod">
          <ac:chgData name="manaswini yoshitha" userId="30174c09b483e879" providerId="LiveId" clId="{A55116F7-7B3E-47CD-A3B8-8C9CFBD1FE99}" dt="2026-07-17T15:04:46.924" v="674" actId="1076"/>
          <ac:picMkLst>
            <pc:docMk/>
            <pc:sldMk cId="200180653" sldId="264"/>
            <ac:picMk id="30" creationId="{48A00AEC-6446-79C8-D05B-6FA00677A09D}"/>
          </ac:picMkLst>
        </pc:picChg>
        <pc:picChg chg="add mod">
          <ac:chgData name="manaswini yoshitha" userId="30174c09b483e879" providerId="LiveId" clId="{A55116F7-7B3E-47CD-A3B8-8C9CFBD1FE99}" dt="2026-07-17T15:05:42.712" v="677" actId="1076"/>
          <ac:picMkLst>
            <pc:docMk/>
            <pc:sldMk cId="200180653" sldId="264"/>
            <ac:picMk id="32" creationId="{084F3448-FC59-F1E9-B521-F92FBBC262ED}"/>
          </ac:picMkLst>
        </pc:picChg>
        <pc:picChg chg="add mod">
          <ac:chgData name="manaswini yoshitha" userId="30174c09b483e879" providerId="LiveId" clId="{A55116F7-7B3E-47CD-A3B8-8C9CFBD1FE99}" dt="2026-07-17T15:06:28.138" v="680" actId="1076"/>
          <ac:picMkLst>
            <pc:docMk/>
            <pc:sldMk cId="200180653" sldId="264"/>
            <ac:picMk id="34" creationId="{310C5F73-3A8E-825B-3887-08B86D464DD0}"/>
          </ac:picMkLst>
        </pc:picChg>
        <pc:picChg chg="add mod">
          <ac:chgData name="manaswini yoshitha" userId="30174c09b483e879" providerId="LiveId" clId="{A55116F7-7B3E-47CD-A3B8-8C9CFBD1FE99}" dt="2026-07-17T15:07:23.153" v="683" actId="1076"/>
          <ac:picMkLst>
            <pc:docMk/>
            <pc:sldMk cId="200180653" sldId="264"/>
            <ac:picMk id="36" creationId="{0F2F4F3B-CE34-0210-0C2A-DCE2E6D4B713}"/>
          </ac:picMkLst>
        </pc:picChg>
        <pc:picChg chg="add mod">
          <ac:chgData name="manaswini yoshitha" userId="30174c09b483e879" providerId="LiveId" clId="{A55116F7-7B3E-47CD-A3B8-8C9CFBD1FE99}" dt="2026-07-17T15:12:21.179" v="860" actId="1076"/>
          <ac:picMkLst>
            <pc:docMk/>
            <pc:sldMk cId="200180653" sldId="264"/>
            <ac:picMk id="38" creationId="{B71DA74C-53E7-6EB3-9F75-72FFEB6993D2}"/>
          </ac:picMkLst>
        </pc:picChg>
        <pc:cxnChg chg="add mod">
          <ac:chgData name="manaswini yoshitha" userId="30174c09b483e879" providerId="LiveId" clId="{A55116F7-7B3E-47CD-A3B8-8C9CFBD1FE99}" dt="2026-07-17T15:14:10.195" v="867" actId="13822"/>
          <ac:cxnSpMkLst>
            <pc:docMk/>
            <pc:sldMk cId="200180653" sldId="264"/>
            <ac:cxnSpMk id="50" creationId="{CE2978A5-D86F-B487-C99B-261177269869}"/>
          </ac:cxnSpMkLst>
        </pc:cxnChg>
      </pc:sldChg>
      <pc:sldChg chg="addSp delSp modSp new mod modClrScheme chgLayout">
        <pc:chgData name="manaswini yoshitha" userId="30174c09b483e879" providerId="LiveId" clId="{A55116F7-7B3E-47CD-A3B8-8C9CFBD1FE99}" dt="2026-07-17T17:41:31.082" v="1696" actId="2711"/>
        <pc:sldMkLst>
          <pc:docMk/>
          <pc:sldMk cId="814610244" sldId="264"/>
        </pc:sldMkLst>
        <pc:spChg chg="del mod ord">
          <ac:chgData name="manaswini yoshitha" userId="30174c09b483e879" providerId="LiveId" clId="{A55116F7-7B3E-47CD-A3B8-8C9CFBD1FE99}" dt="2026-07-17T15:59:25.280" v="1267" actId="700"/>
          <ac:spMkLst>
            <pc:docMk/>
            <pc:sldMk cId="814610244" sldId="264"/>
            <ac:spMk id="2" creationId="{B1031412-85D2-83DC-B493-867662C41855}"/>
          </ac:spMkLst>
        </pc:spChg>
        <pc:spChg chg="del mod ord">
          <ac:chgData name="manaswini yoshitha" userId="30174c09b483e879" providerId="LiveId" clId="{A55116F7-7B3E-47CD-A3B8-8C9CFBD1FE99}" dt="2026-07-17T15:59:25.280" v="1267" actId="700"/>
          <ac:spMkLst>
            <pc:docMk/>
            <pc:sldMk cId="814610244" sldId="264"/>
            <ac:spMk id="3" creationId="{D17D65E5-08C7-C93B-8A0E-743E527A85A6}"/>
          </ac:spMkLst>
        </pc:spChg>
        <pc:spChg chg="add mod ord">
          <ac:chgData name="manaswini yoshitha" userId="30174c09b483e879" providerId="LiveId" clId="{A55116F7-7B3E-47CD-A3B8-8C9CFBD1FE99}" dt="2026-07-17T17:15:17.377" v="1578" actId="1076"/>
          <ac:spMkLst>
            <pc:docMk/>
            <pc:sldMk cId="814610244" sldId="264"/>
            <ac:spMk id="4" creationId="{554F3DB4-0FD9-6286-B058-A1108328B600}"/>
          </ac:spMkLst>
        </pc:spChg>
        <pc:spChg chg="add mod ord">
          <ac:chgData name="manaswini yoshitha" userId="30174c09b483e879" providerId="LiveId" clId="{A55116F7-7B3E-47CD-A3B8-8C9CFBD1FE99}" dt="2026-07-17T17:41:25.494" v="1695" actId="2711"/>
          <ac:spMkLst>
            <pc:docMk/>
            <pc:sldMk cId="814610244" sldId="264"/>
            <ac:spMk id="5" creationId="{340BFF8A-F9E5-B4E3-1CAA-0B9DF49B7C51}"/>
          </ac:spMkLst>
        </pc:spChg>
        <pc:spChg chg="add mod ord">
          <ac:chgData name="manaswini yoshitha" userId="30174c09b483e879" providerId="LiveId" clId="{A55116F7-7B3E-47CD-A3B8-8C9CFBD1FE99}" dt="2026-07-17T16:05:51.709" v="1389" actId="1076"/>
          <ac:spMkLst>
            <pc:docMk/>
            <pc:sldMk cId="814610244" sldId="264"/>
            <ac:spMk id="6" creationId="{9C4CCD22-6880-3129-655D-DA4D7E53B802}"/>
          </ac:spMkLst>
        </pc:spChg>
        <pc:spChg chg="add mod ord">
          <ac:chgData name="manaswini yoshitha" userId="30174c09b483e879" providerId="LiveId" clId="{A55116F7-7B3E-47CD-A3B8-8C9CFBD1FE99}" dt="2026-07-17T17:41:31.082" v="1696" actId="2711"/>
          <ac:spMkLst>
            <pc:docMk/>
            <pc:sldMk cId="814610244" sldId="264"/>
            <ac:spMk id="7" creationId="{00EC290C-411B-501B-B657-88AFC1C8E004}"/>
          </ac:spMkLst>
        </pc:spChg>
        <pc:spChg chg="add mod ord">
          <ac:chgData name="manaswini yoshitha" userId="30174c09b483e879" providerId="LiveId" clId="{A55116F7-7B3E-47CD-A3B8-8C9CFBD1FE99}" dt="2026-07-17T16:06:24.173" v="1391" actId="1076"/>
          <ac:spMkLst>
            <pc:docMk/>
            <pc:sldMk cId="814610244" sldId="264"/>
            <ac:spMk id="8" creationId="{9B334296-1A9F-43B2-324B-757F16983885}"/>
          </ac:spMkLst>
        </pc:spChg>
        <pc:cxnChg chg="add mod">
          <ac:chgData name="manaswini yoshitha" userId="30174c09b483e879" providerId="LiveId" clId="{A55116F7-7B3E-47CD-A3B8-8C9CFBD1FE99}" dt="2026-07-17T16:06:56.814" v="1394" actId="13822"/>
          <ac:cxnSpMkLst>
            <pc:docMk/>
            <pc:sldMk cId="814610244" sldId="264"/>
            <ac:cxnSpMk id="10" creationId="{0F3F60D2-4B87-9D71-6004-75F0DF011D28}"/>
          </ac:cxnSpMkLst>
        </pc:cxnChg>
      </pc:sldChg>
      <pc:sldChg chg="addSp delSp modSp new del mod modClrScheme chgLayout">
        <pc:chgData name="manaswini yoshitha" userId="30174c09b483e879" providerId="LiveId" clId="{A55116F7-7B3E-47CD-A3B8-8C9CFBD1FE99}" dt="2026-07-17T15:46:27.541" v="1087" actId="2696"/>
        <pc:sldMkLst>
          <pc:docMk/>
          <pc:sldMk cId="945174091" sldId="265"/>
        </pc:sldMkLst>
        <pc:spChg chg="del mod ord">
          <ac:chgData name="manaswini yoshitha" userId="30174c09b483e879" providerId="LiveId" clId="{A55116F7-7B3E-47CD-A3B8-8C9CFBD1FE99}" dt="2026-07-17T15:23:27.810" v="879" actId="700"/>
          <ac:spMkLst>
            <pc:docMk/>
            <pc:sldMk cId="945174091" sldId="265"/>
            <ac:spMk id="2" creationId="{AA6F692E-58A3-3610-72E6-3AC0C00CBA76}"/>
          </ac:spMkLst>
        </pc:spChg>
        <pc:spChg chg="del">
          <ac:chgData name="manaswini yoshitha" userId="30174c09b483e879" providerId="LiveId" clId="{A55116F7-7B3E-47CD-A3B8-8C9CFBD1FE99}" dt="2026-07-17T15:23:27.810" v="879" actId="700"/>
          <ac:spMkLst>
            <pc:docMk/>
            <pc:sldMk cId="945174091" sldId="265"/>
            <ac:spMk id="3" creationId="{FFE3D9A5-4209-7701-EA79-F2F3B2CF6A2F}"/>
          </ac:spMkLst>
        </pc:spChg>
        <pc:spChg chg="del mod ord">
          <ac:chgData name="manaswini yoshitha" userId="30174c09b483e879" providerId="LiveId" clId="{A55116F7-7B3E-47CD-A3B8-8C9CFBD1FE99}" dt="2026-07-17T15:23:27.810" v="879" actId="700"/>
          <ac:spMkLst>
            <pc:docMk/>
            <pc:sldMk cId="945174091" sldId="265"/>
            <ac:spMk id="4" creationId="{642EDA84-AA9D-D7BA-305F-B63B1A368A1F}"/>
          </ac:spMkLst>
        </pc:spChg>
        <pc:spChg chg="del">
          <ac:chgData name="manaswini yoshitha" userId="30174c09b483e879" providerId="LiveId" clId="{A55116F7-7B3E-47CD-A3B8-8C9CFBD1FE99}" dt="2026-07-17T15:23:27.810" v="879" actId="700"/>
          <ac:spMkLst>
            <pc:docMk/>
            <pc:sldMk cId="945174091" sldId="265"/>
            <ac:spMk id="5" creationId="{36D18826-71FA-B7EF-457D-8DEBFAAE6562}"/>
          </ac:spMkLst>
        </pc:spChg>
        <pc:spChg chg="del">
          <ac:chgData name="manaswini yoshitha" userId="30174c09b483e879" providerId="LiveId" clId="{A55116F7-7B3E-47CD-A3B8-8C9CFBD1FE99}" dt="2026-07-17T15:23:27.810" v="879" actId="700"/>
          <ac:spMkLst>
            <pc:docMk/>
            <pc:sldMk cId="945174091" sldId="265"/>
            <ac:spMk id="6" creationId="{6621669E-71E4-8F47-D526-4228120EC2C1}"/>
          </ac:spMkLst>
        </pc:spChg>
        <pc:spChg chg="add del mod ord">
          <ac:chgData name="manaswini yoshitha" userId="30174c09b483e879" providerId="LiveId" clId="{A55116F7-7B3E-47CD-A3B8-8C9CFBD1FE99}" dt="2026-07-17T15:23:34.307" v="881" actId="21"/>
          <ac:spMkLst>
            <pc:docMk/>
            <pc:sldMk cId="945174091" sldId="265"/>
            <ac:spMk id="7" creationId="{182BBECA-FA8C-1507-294D-39F33D8C4831}"/>
          </ac:spMkLst>
        </pc:spChg>
        <pc:spChg chg="add mod ord">
          <ac:chgData name="manaswini yoshitha" userId="30174c09b483e879" providerId="LiveId" clId="{A55116F7-7B3E-47CD-A3B8-8C9CFBD1FE99}" dt="2026-07-17T15:28:55.084" v="1034" actId="14100"/>
          <ac:spMkLst>
            <pc:docMk/>
            <pc:sldMk cId="945174091" sldId="265"/>
            <ac:spMk id="8" creationId="{D18E8A75-73F4-9225-3CD1-8B75446732B8}"/>
          </ac:spMkLst>
        </pc:spChg>
        <pc:graphicFrameChg chg="add mod modGraphic">
          <ac:chgData name="manaswini yoshitha" userId="30174c09b483e879" providerId="LiveId" clId="{A55116F7-7B3E-47CD-A3B8-8C9CFBD1FE99}" dt="2026-07-17T15:30:28.525" v="1040" actId="1076"/>
          <ac:graphicFrameMkLst>
            <pc:docMk/>
            <pc:sldMk cId="945174091" sldId="265"/>
            <ac:graphicFrameMk id="9" creationId="{7F0FCA21-CB5B-51DB-EB30-C69B39528D6B}"/>
          </ac:graphicFrameMkLst>
        </pc:graphicFrameChg>
      </pc:sldChg>
      <pc:sldChg chg="addSp delSp modSp new del mod modClrScheme chgLayout">
        <pc:chgData name="manaswini yoshitha" userId="30174c09b483e879" providerId="LiveId" clId="{A55116F7-7B3E-47CD-A3B8-8C9CFBD1FE99}" dt="2026-07-17T15:23:14.672" v="877" actId="2696"/>
        <pc:sldMkLst>
          <pc:docMk/>
          <pc:sldMk cId="1053117731" sldId="265"/>
        </pc:sldMkLst>
        <pc:spChg chg="del">
          <ac:chgData name="manaswini yoshitha" userId="30174c09b483e879" providerId="LiveId" clId="{A55116F7-7B3E-47CD-A3B8-8C9CFBD1FE99}" dt="2026-07-17T15:22:13.900" v="868" actId="700"/>
          <ac:spMkLst>
            <pc:docMk/>
            <pc:sldMk cId="1053117731" sldId="265"/>
            <ac:spMk id="2" creationId="{2D35F1DD-C2ED-959C-4ABA-E072761E2FBD}"/>
          </ac:spMkLst>
        </pc:spChg>
        <pc:spChg chg="del">
          <ac:chgData name="manaswini yoshitha" userId="30174c09b483e879" providerId="LiveId" clId="{A55116F7-7B3E-47CD-A3B8-8C9CFBD1FE99}" dt="2026-07-17T15:22:13.900" v="868" actId="700"/>
          <ac:spMkLst>
            <pc:docMk/>
            <pc:sldMk cId="1053117731" sldId="265"/>
            <ac:spMk id="3" creationId="{BFDAABF6-9088-6EC9-D61E-6E6E98192D9B}"/>
          </ac:spMkLst>
        </pc:spChg>
        <pc:spChg chg="del">
          <ac:chgData name="manaswini yoshitha" userId="30174c09b483e879" providerId="LiveId" clId="{A55116F7-7B3E-47CD-A3B8-8C9CFBD1FE99}" dt="2026-07-17T15:22:13.900" v="868" actId="700"/>
          <ac:spMkLst>
            <pc:docMk/>
            <pc:sldMk cId="1053117731" sldId="265"/>
            <ac:spMk id="4" creationId="{C13B2606-3219-E5C9-5911-282463A99A03}"/>
          </ac:spMkLst>
        </pc:spChg>
        <pc:spChg chg="del">
          <ac:chgData name="manaswini yoshitha" userId="30174c09b483e879" providerId="LiveId" clId="{A55116F7-7B3E-47CD-A3B8-8C9CFBD1FE99}" dt="2026-07-17T15:22:13.900" v="868" actId="700"/>
          <ac:spMkLst>
            <pc:docMk/>
            <pc:sldMk cId="1053117731" sldId="265"/>
            <ac:spMk id="5" creationId="{87CDE532-ADC0-FA10-EEA3-9B4790E76BBE}"/>
          </ac:spMkLst>
        </pc:spChg>
        <pc:spChg chg="del">
          <ac:chgData name="manaswini yoshitha" userId="30174c09b483e879" providerId="LiveId" clId="{A55116F7-7B3E-47CD-A3B8-8C9CFBD1FE99}" dt="2026-07-17T15:22:13.900" v="868" actId="700"/>
          <ac:spMkLst>
            <pc:docMk/>
            <pc:sldMk cId="1053117731" sldId="265"/>
            <ac:spMk id="6" creationId="{5C995149-BF45-6AC2-E993-CC8D83BC5D88}"/>
          </ac:spMkLst>
        </pc:spChg>
        <pc:spChg chg="add mod">
          <ac:chgData name="manaswini yoshitha" userId="30174c09b483e879" providerId="LiveId" clId="{A55116F7-7B3E-47CD-A3B8-8C9CFBD1FE99}" dt="2026-07-17T15:23:04.768" v="876" actId="255"/>
          <ac:spMkLst>
            <pc:docMk/>
            <pc:sldMk cId="1053117731" sldId="265"/>
            <ac:spMk id="7" creationId="{54EEA282-5E28-D895-E9C3-31D1FAD5B846}"/>
          </ac:spMkLst>
        </pc:spChg>
        <pc:spChg chg="add del mod">
          <ac:chgData name="manaswini yoshitha" userId="30174c09b483e879" providerId="LiveId" clId="{A55116F7-7B3E-47CD-A3B8-8C9CFBD1FE99}" dt="2026-07-17T15:22:37.302" v="871" actId="21"/>
          <ac:spMkLst>
            <pc:docMk/>
            <pc:sldMk cId="1053117731" sldId="265"/>
            <ac:spMk id="8" creationId="{6581B69A-1152-9CE0-D0D3-F1B67BE4CD42}"/>
          </ac:spMkLst>
        </pc:spChg>
      </pc:sldChg>
      <pc:sldChg chg="addSp delSp modSp new mod modClrScheme chgLayout">
        <pc:chgData name="manaswini yoshitha" userId="30174c09b483e879" providerId="LiveId" clId="{A55116F7-7B3E-47CD-A3B8-8C9CFBD1FE99}" dt="2026-07-17T17:41:56.705" v="1698" actId="207"/>
        <pc:sldMkLst>
          <pc:docMk/>
          <pc:sldMk cId="1655093583" sldId="265"/>
        </pc:sldMkLst>
        <pc:spChg chg="del mod ord">
          <ac:chgData name="manaswini yoshitha" userId="30174c09b483e879" providerId="LiveId" clId="{A55116F7-7B3E-47CD-A3B8-8C9CFBD1FE99}" dt="2026-07-17T16:07:57.333" v="1400" actId="700"/>
          <ac:spMkLst>
            <pc:docMk/>
            <pc:sldMk cId="1655093583" sldId="265"/>
            <ac:spMk id="2" creationId="{D33D9060-39EC-BBED-36AB-6A333291A79E}"/>
          </ac:spMkLst>
        </pc:spChg>
        <pc:spChg chg="del">
          <ac:chgData name="manaswini yoshitha" userId="30174c09b483e879" providerId="LiveId" clId="{A55116F7-7B3E-47CD-A3B8-8C9CFBD1FE99}" dt="2026-07-17T16:07:57.333" v="1400" actId="700"/>
          <ac:spMkLst>
            <pc:docMk/>
            <pc:sldMk cId="1655093583" sldId="265"/>
            <ac:spMk id="3" creationId="{4150A10A-79C1-5748-66BA-7CCA7D4332DE}"/>
          </ac:spMkLst>
        </pc:spChg>
        <pc:spChg chg="del mod ord">
          <ac:chgData name="manaswini yoshitha" userId="30174c09b483e879" providerId="LiveId" clId="{A55116F7-7B3E-47CD-A3B8-8C9CFBD1FE99}" dt="2026-07-17T16:07:57.333" v="1400" actId="700"/>
          <ac:spMkLst>
            <pc:docMk/>
            <pc:sldMk cId="1655093583" sldId="265"/>
            <ac:spMk id="4" creationId="{F7AC8AFC-987C-610B-EF65-0C6A136BE15A}"/>
          </ac:spMkLst>
        </pc:spChg>
        <pc:spChg chg="del">
          <ac:chgData name="manaswini yoshitha" userId="30174c09b483e879" providerId="LiveId" clId="{A55116F7-7B3E-47CD-A3B8-8C9CFBD1FE99}" dt="2026-07-17T16:07:57.333" v="1400" actId="700"/>
          <ac:spMkLst>
            <pc:docMk/>
            <pc:sldMk cId="1655093583" sldId="265"/>
            <ac:spMk id="5" creationId="{84748DD6-0E15-EC95-F4EE-C04F8CFF2C6D}"/>
          </ac:spMkLst>
        </pc:spChg>
        <pc:spChg chg="del">
          <ac:chgData name="manaswini yoshitha" userId="30174c09b483e879" providerId="LiveId" clId="{A55116F7-7B3E-47CD-A3B8-8C9CFBD1FE99}" dt="2026-07-17T16:07:57.333" v="1400" actId="700"/>
          <ac:spMkLst>
            <pc:docMk/>
            <pc:sldMk cId="1655093583" sldId="265"/>
            <ac:spMk id="6" creationId="{0311B200-5444-5E22-1DCE-346C4607B0CE}"/>
          </ac:spMkLst>
        </pc:spChg>
        <pc:spChg chg="add del mod ord">
          <ac:chgData name="manaswini yoshitha" userId="30174c09b483e879" providerId="LiveId" clId="{A55116F7-7B3E-47CD-A3B8-8C9CFBD1FE99}" dt="2026-07-17T16:08:28.886" v="1402" actId="21"/>
          <ac:spMkLst>
            <pc:docMk/>
            <pc:sldMk cId="1655093583" sldId="265"/>
            <ac:spMk id="7" creationId="{B68531C1-0E2B-752E-CF6D-C4AAA146AE00}"/>
          </ac:spMkLst>
        </pc:spChg>
        <pc:spChg chg="add del mod ord">
          <ac:chgData name="manaswini yoshitha" userId="30174c09b483e879" providerId="LiveId" clId="{A55116F7-7B3E-47CD-A3B8-8C9CFBD1FE99}" dt="2026-07-17T16:09:13.805" v="1436" actId="20577"/>
          <ac:spMkLst>
            <pc:docMk/>
            <pc:sldMk cId="1655093583" sldId="265"/>
            <ac:spMk id="8" creationId="{36036C63-4A66-16C2-9481-88D92C6897DA}"/>
          </ac:spMkLst>
        </pc:spChg>
        <pc:spChg chg="add mod">
          <ac:chgData name="manaswini yoshitha" userId="30174c09b483e879" providerId="LiveId" clId="{A55116F7-7B3E-47CD-A3B8-8C9CFBD1FE99}" dt="2026-07-17T16:08:46.048" v="1407"/>
          <ac:spMkLst>
            <pc:docMk/>
            <pc:sldMk cId="1655093583" sldId="265"/>
            <ac:spMk id="9" creationId="{B68531C1-0E2B-752E-CF6D-C4AAA146AE00}"/>
          </ac:spMkLst>
        </pc:spChg>
        <pc:spChg chg="add mod">
          <ac:chgData name="manaswini yoshitha" userId="30174c09b483e879" providerId="LiveId" clId="{A55116F7-7B3E-47CD-A3B8-8C9CFBD1FE99}" dt="2026-07-17T16:17:12.619" v="1470" actId="255"/>
          <ac:spMkLst>
            <pc:docMk/>
            <pc:sldMk cId="1655093583" sldId="265"/>
            <ac:spMk id="11" creationId="{7BDE231E-CFE4-595C-A6FB-C20944DBFC03}"/>
          </ac:spMkLst>
        </pc:spChg>
        <pc:graphicFrameChg chg="add mod modGraphic">
          <ac:chgData name="manaswini yoshitha" userId="30174c09b483e879" providerId="LiveId" clId="{A55116F7-7B3E-47CD-A3B8-8C9CFBD1FE99}" dt="2026-07-17T17:41:56.705" v="1698" actId="207"/>
          <ac:graphicFrameMkLst>
            <pc:docMk/>
            <pc:sldMk cId="1655093583" sldId="265"/>
            <ac:graphicFrameMk id="10" creationId="{A4E747FB-6354-DE74-0419-6754AEE6525A}"/>
          </ac:graphicFrameMkLst>
        </pc:graphicFrameChg>
      </pc:sldChg>
      <pc:sldChg chg="delSp modSp new mod">
        <pc:chgData name="manaswini yoshitha" userId="30174c09b483e879" providerId="LiveId" clId="{A55116F7-7B3E-47CD-A3B8-8C9CFBD1FE99}" dt="2026-07-17T17:42:24.690" v="1700" actId="2711"/>
        <pc:sldMkLst>
          <pc:docMk/>
          <pc:sldMk cId="1969464469" sldId="266"/>
        </pc:sldMkLst>
        <pc:spChg chg="del mod">
          <ac:chgData name="manaswini yoshitha" userId="30174c09b483e879" providerId="LiveId" clId="{A55116F7-7B3E-47CD-A3B8-8C9CFBD1FE99}" dt="2026-07-17T17:03:00" v="1473" actId="21"/>
          <ac:spMkLst>
            <pc:docMk/>
            <pc:sldMk cId="1969464469" sldId="266"/>
            <ac:spMk id="2" creationId="{4500652B-A2BB-396E-2ADE-273391C6914A}"/>
          </ac:spMkLst>
        </pc:spChg>
        <pc:spChg chg="mod">
          <ac:chgData name="manaswini yoshitha" userId="30174c09b483e879" providerId="LiveId" clId="{A55116F7-7B3E-47CD-A3B8-8C9CFBD1FE99}" dt="2026-07-17T17:42:24.690" v="1700" actId="2711"/>
          <ac:spMkLst>
            <pc:docMk/>
            <pc:sldMk cId="1969464469" sldId="266"/>
            <ac:spMk id="3" creationId="{8CA16D88-1415-1994-DC77-B93DEDCE4D25}"/>
          </ac:spMkLst>
        </pc:spChg>
      </pc:sldChg>
      <pc:sldChg chg="delSp modSp new mod">
        <pc:chgData name="manaswini yoshitha" userId="30174c09b483e879" providerId="LiveId" clId="{A55116F7-7B3E-47CD-A3B8-8C9CFBD1FE99}" dt="2026-07-17T17:43:38.677" v="1705" actId="255"/>
        <pc:sldMkLst>
          <pc:docMk/>
          <pc:sldMk cId="3460106486" sldId="267"/>
        </pc:sldMkLst>
        <pc:spChg chg="del mod">
          <ac:chgData name="manaswini yoshitha" userId="30174c09b483e879" providerId="LiveId" clId="{A55116F7-7B3E-47CD-A3B8-8C9CFBD1FE99}" dt="2026-07-17T17:08:47.947" v="1503" actId="21"/>
          <ac:spMkLst>
            <pc:docMk/>
            <pc:sldMk cId="3460106486" sldId="267"/>
            <ac:spMk id="2" creationId="{C562D5F7-139B-3200-43D2-A71C341863EF}"/>
          </ac:spMkLst>
        </pc:spChg>
        <pc:spChg chg="mod">
          <ac:chgData name="manaswini yoshitha" userId="30174c09b483e879" providerId="LiveId" clId="{A55116F7-7B3E-47CD-A3B8-8C9CFBD1FE99}" dt="2026-07-17T17:43:38.677" v="1705" actId="255"/>
          <ac:spMkLst>
            <pc:docMk/>
            <pc:sldMk cId="3460106486" sldId="267"/>
            <ac:spMk id="3" creationId="{5CCAA158-1400-0BE8-AA04-84D698964685}"/>
          </ac:spMkLst>
        </pc:spChg>
      </pc:sldChg>
      <pc:sldChg chg="delSp modSp new mod">
        <pc:chgData name="manaswini yoshitha" userId="30174c09b483e879" providerId="LiveId" clId="{A55116F7-7B3E-47CD-A3B8-8C9CFBD1FE99}" dt="2026-07-17T17:43:22.579" v="1704" actId="255"/>
        <pc:sldMkLst>
          <pc:docMk/>
          <pc:sldMk cId="45884539" sldId="268"/>
        </pc:sldMkLst>
        <pc:spChg chg="del mod">
          <ac:chgData name="manaswini yoshitha" userId="30174c09b483e879" providerId="LiveId" clId="{A55116F7-7B3E-47CD-A3B8-8C9CFBD1FE99}" dt="2026-07-17T17:15:45.905" v="1581" actId="21"/>
          <ac:spMkLst>
            <pc:docMk/>
            <pc:sldMk cId="45884539" sldId="268"/>
            <ac:spMk id="2" creationId="{400FAD7D-AF9C-8C6C-C36B-3B1DE1653E20}"/>
          </ac:spMkLst>
        </pc:spChg>
        <pc:spChg chg="mod">
          <ac:chgData name="manaswini yoshitha" userId="30174c09b483e879" providerId="LiveId" clId="{A55116F7-7B3E-47CD-A3B8-8C9CFBD1FE99}" dt="2026-07-17T17:43:22.579" v="1704" actId="255"/>
          <ac:spMkLst>
            <pc:docMk/>
            <pc:sldMk cId="45884539" sldId="268"/>
            <ac:spMk id="3" creationId="{9C8C9745-3BCE-2EED-2BAB-040D7F187035}"/>
          </ac:spMkLst>
        </pc:spChg>
      </pc:sldChg>
      <pc:sldChg chg="delSp modSp new mod">
        <pc:chgData name="manaswini yoshitha" userId="30174c09b483e879" providerId="LiveId" clId="{A55116F7-7B3E-47CD-A3B8-8C9CFBD1FE99}" dt="2026-07-17T17:44:10.734" v="1706" actId="2711"/>
        <pc:sldMkLst>
          <pc:docMk/>
          <pc:sldMk cId="2529833554" sldId="269"/>
        </pc:sldMkLst>
        <pc:spChg chg="del mod">
          <ac:chgData name="manaswini yoshitha" userId="30174c09b483e879" providerId="LiveId" clId="{A55116F7-7B3E-47CD-A3B8-8C9CFBD1FE99}" dt="2026-07-17T17:22:19.765" v="1619" actId="21"/>
          <ac:spMkLst>
            <pc:docMk/>
            <pc:sldMk cId="2529833554" sldId="269"/>
            <ac:spMk id="2" creationId="{9DF04553-7714-E700-B31A-758DF2EA5027}"/>
          </ac:spMkLst>
        </pc:spChg>
        <pc:spChg chg="mod">
          <ac:chgData name="manaswini yoshitha" userId="30174c09b483e879" providerId="LiveId" clId="{A55116F7-7B3E-47CD-A3B8-8C9CFBD1FE99}" dt="2026-07-17T17:44:10.734" v="1706" actId="2711"/>
          <ac:spMkLst>
            <pc:docMk/>
            <pc:sldMk cId="2529833554" sldId="269"/>
            <ac:spMk id="3" creationId="{9381B57F-55E0-C510-9C8F-E16B524994B6}"/>
          </ac:spMkLst>
        </pc:spChg>
      </pc:sldChg>
      <pc:sldChg chg="delSp modSp new mod">
        <pc:chgData name="manaswini yoshitha" userId="30174c09b483e879" providerId="LiveId" clId="{A55116F7-7B3E-47CD-A3B8-8C9CFBD1FE99}" dt="2026-07-17T17:46:35.058" v="1751" actId="20577"/>
        <pc:sldMkLst>
          <pc:docMk/>
          <pc:sldMk cId="1320762911" sldId="270"/>
        </pc:sldMkLst>
        <pc:spChg chg="del mod">
          <ac:chgData name="manaswini yoshitha" userId="30174c09b483e879" providerId="LiveId" clId="{A55116F7-7B3E-47CD-A3B8-8C9CFBD1FE99}" dt="2026-07-17T17:35:26.213" v="1648" actId="21"/>
          <ac:spMkLst>
            <pc:docMk/>
            <pc:sldMk cId="1320762911" sldId="270"/>
            <ac:spMk id="2" creationId="{BD2F89F6-86AB-E2D1-9DF1-36713E42A142}"/>
          </ac:spMkLst>
        </pc:spChg>
        <pc:spChg chg="mod">
          <ac:chgData name="manaswini yoshitha" userId="30174c09b483e879" providerId="LiveId" clId="{A55116F7-7B3E-47CD-A3B8-8C9CFBD1FE99}" dt="2026-07-17T17:46:35.058" v="1751" actId="20577"/>
          <ac:spMkLst>
            <pc:docMk/>
            <pc:sldMk cId="1320762911" sldId="270"/>
            <ac:spMk id="3" creationId="{91DEAB1D-399D-8683-1171-3C336700AD1E}"/>
          </ac:spMkLst>
        </pc:spChg>
      </pc:sldChg>
      <pc:sldChg chg="addSp delSp modSp new mod">
        <pc:chgData name="manaswini yoshitha" userId="30174c09b483e879" providerId="LiveId" clId="{A55116F7-7B3E-47CD-A3B8-8C9CFBD1FE99}" dt="2026-07-17T17:54:15.471" v="1792" actId="2711"/>
        <pc:sldMkLst>
          <pc:docMk/>
          <pc:sldMk cId="1758478095" sldId="271"/>
        </pc:sldMkLst>
        <pc:spChg chg="del mod">
          <ac:chgData name="manaswini yoshitha" userId="30174c09b483e879" providerId="LiveId" clId="{A55116F7-7B3E-47CD-A3B8-8C9CFBD1FE99}" dt="2026-07-17T17:45:38.625" v="1711" actId="21"/>
          <ac:spMkLst>
            <pc:docMk/>
            <pc:sldMk cId="1758478095" sldId="271"/>
            <ac:spMk id="2" creationId="{5838C103-884F-D58C-E6AC-8F9D03DD1761}"/>
          </ac:spMkLst>
        </pc:spChg>
        <pc:spChg chg="del mod">
          <ac:chgData name="manaswini yoshitha" userId="30174c09b483e879" providerId="LiveId" clId="{A55116F7-7B3E-47CD-A3B8-8C9CFBD1FE99}" dt="2026-07-17T17:45:54.225" v="1715"/>
          <ac:spMkLst>
            <pc:docMk/>
            <pc:sldMk cId="1758478095" sldId="271"/>
            <ac:spMk id="3" creationId="{2C1231D1-148B-C5A2-2353-1320312C3D2E}"/>
          </ac:spMkLst>
        </pc:spChg>
        <pc:spChg chg="add mod">
          <ac:chgData name="manaswini yoshitha" userId="30174c09b483e879" providerId="LiveId" clId="{A55116F7-7B3E-47CD-A3B8-8C9CFBD1FE99}" dt="2026-07-17T17:54:15.471" v="1792" actId="2711"/>
          <ac:spMkLst>
            <pc:docMk/>
            <pc:sldMk cId="1758478095" sldId="271"/>
            <ac:spMk id="4" creationId="{5838C103-884F-D58C-E6AC-8F9D03DD1761}"/>
          </ac:spMkLst>
        </pc:spChg>
      </pc:sldChg>
      <pc:sldChg chg="addSp delSp modSp new mod">
        <pc:chgData name="manaswini yoshitha" userId="30174c09b483e879" providerId="LiveId" clId="{A55116F7-7B3E-47CD-A3B8-8C9CFBD1FE99}" dt="2026-07-17T17:57:15.798" v="1847" actId="207"/>
        <pc:sldMkLst>
          <pc:docMk/>
          <pc:sldMk cId="1623625924" sldId="272"/>
        </pc:sldMkLst>
        <pc:spChg chg="del">
          <ac:chgData name="manaswini yoshitha" userId="30174c09b483e879" providerId="LiveId" clId="{A55116F7-7B3E-47CD-A3B8-8C9CFBD1FE99}" dt="2026-07-17T17:55:06.538" v="1796" actId="21"/>
          <ac:spMkLst>
            <pc:docMk/>
            <pc:sldMk cId="1623625924" sldId="272"/>
            <ac:spMk id="2" creationId="{91730199-4FD1-6C8C-5828-4C0B5E47C245}"/>
          </ac:spMkLst>
        </pc:spChg>
        <pc:spChg chg="del mod">
          <ac:chgData name="manaswini yoshitha" userId="30174c09b483e879" providerId="LiveId" clId="{A55116F7-7B3E-47CD-A3B8-8C9CFBD1FE99}" dt="2026-07-17T17:56:11.874" v="1817" actId="21"/>
          <ac:spMkLst>
            <pc:docMk/>
            <pc:sldMk cId="1623625924" sldId="272"/>
            <ac:spMk id="3" creationId="{F2205BDC-25A5-4A47-B46F-98F57F1F840C}"/>
          </ac:spMkLst>
        </pc:spChg>
        <pc:spChg chg="add mod">
          <ac:chgData name="manaswini yoshitha" userId="30174c09b483e879" providerId="LiveId" clId="{A55116F7-7B3E-47CD-A3B8-8C9CFBD1FE99}" dt="2026-07-17T17:57:15.798" v="1847" actId="207"/>
          <ac:spMkLst>
            <pc:docMk/>
            <pc:sldMk cId="1623625924" sldId="272"/>
            <ac:spMk id="5" creationId="{FFA4BB08-2990-DECD-0B94-B310D3C55F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15AB1-D442-4A27-B44F-858EE70EFA11}" type="datetimeFigureOut">
              <a:rPr lang="en-IN" smtClean="0"/>
              <a:t>17-07-2026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ACDE4-E6BE-4909-9E78-8C1F936128DB}" type="slidenum">
              <a:rPr lang="en-IN" smtClean="0"/>
              <a:t>‹#›</a:t>
            </a:fld>
            <a:endParaRPr lang="en-IN"/>
          </a:p>
        </p:txBody>
      </p:sp>
    </p:spTree>
    <p:extLst>
      <p:ext uri="{BB962C8B-B14F-4D97-AF65-F5344CB8AC3E}">
        <p14:creationId xmlns:p14="http://schemas.microsoft.com/office/powerpoint/2010/main" val="190704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3922-357B-70A1-D89D-E1C95E26E7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47FAB0-D8EF-B210-0C28-ED7540FDE3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710C43-5094-DBF3-097F-8910E98E80F5}"/>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5" name="Footer Placeholder 4">
            <a:extLst>
              <a:ext uri="{FF2B5EF4-FFF2-40B4-BE49-F238E27FC236}">
                <a16:creationId xmlns:a16="http://schemas.microsoft.com/office/drawing/2014/main" id="{410E2EA6-0389-D9CB-5460-2378F66E4B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38D4BE-A827-0785-15F0-BDE2B70C2F7B}"/>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366521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9263-601D-F5E8-7271-7DC6AACA2F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5F27E-AA1E-FC46-7437-E4859E0BD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6DFCC1-06D5-B869-C988-F090E8CD22EC}"/>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5" name="Footer Placeholder 4">
            <a:extLst>
              <a:ext uri="{FF2B5EF4-FFF2-40B4-BE49-F238E27FC236}">
                <a16:creationId xmlns:a16="http://schemas.microsoft.com/office/drawing/2014/main" id="{349EFDE8-A16E-AEB4-0273-F3AC21135F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41A507-66B9-B167-D4A7-76F7989D03F9}"/>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1806286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A646-3722-A21D-F234-0E44071823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D12F1F-AA70-BCDF-F9BA-6371E1016A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32CB79-23D0-A929-EB3E-D2ED22C7767E}"/>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5" name="Footer Placeholder 4">
            <a:extLst>
              <a:ext uri="{FF2B5EF4-FFF2-40B4-BE49-F238E27FC236}">
                <a16:creationId xmlns:a16="http://schemas.microsoft.com/office/drawing/2014/main" id="{C194905D-A781-EF29-4BC5-AC92782EA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A05DE4-5A37-A8A0-CBC1-2B0D3A8CCB87}"/>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4279675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9A693-43BD-5153-2757-C1E40473FF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3AE121-33AA-BD57-9821-96257DF28C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6302A6-D3C1-EE31-F125-542F803C39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1DB6A7-2222-BC1C-DB9C-0383750EBB21}"/>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6" name="Footer Placeholder 5">
            <a:extLst>
              <a:ext uri="{FF2B5EF4-FFF2-40B4-BE49-F238E27FC236}">
                <a16:creationId xmlns:a16="http://schemas.microsoft.com/office/drawing/2014/main" id="{0995455E-AEA0-1568-D4B3-7DCCFA9956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087C4E-F007-ACAB-DF17-EF4D30A1CD4B}"/>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26467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A784-F643-CC6E-439B-7586178B34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F8C0FD-F523-3321-E4BE-CCDAD5CBB7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1BD288-DD5D-97AB-5AC5-757600A60E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3B42BB-562E-158E-DFD9-6DEBFF3CB9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33F40F-7F97-AA3F-2756-FBB791F396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2EFA66-5EE1-08F1-B22A-569E10A00A9C}"/>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8" name="Footer Placeholder 7">
            <a:extLst>
              <a:ext uri="{FF2B5EF4-FFF2-40B4-BE49-F238E27FC236}">
                <a16:creationId xmlns:a16="http://schemas.microsoft.com/office/drawing/2014/main" id="{8F2A2618-A4B9-A9E4-E86B-D2E5C7315C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C8B20B-A840-4733-E5D3-6FF4490D5DDD}"/>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1898357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D10BF-ABF0-329A-C191-F836D2B583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3972E6-AE22-FF58-ADBC-955ED0A3469F}"/>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4" name="Footer Placeholder 3">
            <a:extLst>
              <a:ext uri="{FF2B5EF4-FFF2-40B4-BE49-F238E27FC236}">
                <a16:creationId xmlns:a16="http://schemas.microsoft.com/office/drawing/2014/main" id="{FD218D1A-FEF3-394A-8628-32941DC198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08E4CC-FC02-F9B5-BC35-7838ABB44B69}"/>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2539791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CDCE4-F634-FBD6-8689-3F9127C876A1}"/>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3" name="Footer Placeholder 2">
            <a:extLst>
              <a:ext uri="{FF2B5EF4-FFF2-40B4-BE49-F238E27FC236}">
                <a16:creationId xmlns:a16="http://schemas.microsoft.com/office/drawing/2014/main" id="{95D90925-E214-E0FB-E9FD-B29FB58A0E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73303D-2AD8-F119-D5A6-8BDA4DCA3CDE}"/>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199668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FE2EA-0A28-08C7-585F-67FB67619C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E0CFB9-3E44-5A07-F029-BBFF03B5B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7937784-B566-F237-9C20-62163A23A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0976E8-B8DF-D901-F7DE-B38003C3584C}"/>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6" name="Footer Placeholder 5">
            <a:extLst>
              <a:ext uri="{FF2B5EF4-FFF2-40B4-BE49-F238E27FC236}">
                <a16:creationId xmlns:a16="http://schemas.microsoft.com/office/drawing/2014/main" id="{31EBB18F-CD03-9329-9ACD-13CA692E37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C3D631-3A04-2099-8FF3-B4033E67295B}"/>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156006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193A-684D-2EA4-3FE9-562812F9C6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C82A92-53D9-8E35-1F3E-4ADB4ECD2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B793DF-F119-660A-D578-4BEC289B4B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3FBCDE-DDCC-7165-409A-710ADC376AFC}"/>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6" name="Footer Placeholder 5">
            <a:extLst>
              <a:ext uri="{FF2B5EF4-FFF2-40B4-BE49-F238E27FC236}">
                <a16:creationId xmlns:a16="http://schemas.microsoft.com/office/drawing/2014/main" id="{AE8B019F-5C42-34D3-3A4A-BA59292000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FE3675-F77D-310F-C2D3-389191895A57}"/>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1765859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0C76-1E82-AB5B-A997-2EE7D00E0E5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FAB713-30D0-317D-773C-F2D024CDAF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DE9462-5F53-8F95-F99B-C2144C4176F1}"/>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5" name="Footer Placeholder 4">
            <a:extLst>
              <a:ext uri="{FF2B5EF4-FFF2-40B4-BE49-F238E27FC236}">
                <a16:creationId xmlns:a16="http://schemas.microsoft.com/office/drawing/2014/main" id="{4A7BA688-688E-30FD-CAA7-894A3C57E0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3DE162-F6BA-E98E-79B6-ECDD2CFD7BC7}"/>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412175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2AF109-6C01-7B53-340B-3046C80C33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F29662-3F1C-4539-7A96-7B65A96706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B631EC-ED13-08D2-2996-017C78FE2FB3}"/>
              </a:ext>
            </a:extLst>
          </p:cNvPr>
          <p:cNvSpPr>
            <a:spLocks noGrp="1"/>
          </p:cNvSpPr>
          <p:nvPr>
            <p:ph type="dt" sz="half" idx="10"/>
          </p:nvPr>
        </p:nvSpPr>
        <p:spPr/>
        <p:txBody>
          <a:bodyPr/>
          <a:lstStyle/>
          <a:p>
            <a:fld id="{475BEBD5-B328-4678-9BA7-D043CCACBA6A}" type="datetimeFigureOut">
              <a:rPr lang="en-IN" smtClean="0"/>
              <a:t>17-07-2026</a:t>
            </a:fld>
            <a:endParaRPr lang="en-IN"/>
          </a:p>
        </p:txBody>
      </p:sp>
      <p:sp>
        <p:nvSpPr>
          <p:cNvPr id="5" name="Footer Placeholder 4">
            <a:extLst>
              <a:ext uri="{FF2B5EF4-FFF2-40B4-BE49-F238E27FC236}">
                <a16:creationId xmlns:a16="http://schemas.microsoft.com/office/drawing/2014/main" id="{0DD8525C-B2C9-0E20-5974-4B7DDC15B8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37A35D-EFF2-0742-AAB9-44A13C793F7F}"/>
              </a:ext>
            </a:extLst>
          </p:cNvPr>
          <p:cNvSpPr>
            <a:spLocks noGrp="1"/>
          </p:cNvSpPr>
          <p:nvPr>
            <p:ph type="sldNum" sz="quarter" idx="12"/>
          </p:nvPr>
        </p:nvSpPr>
        <p:spPr/>
        <p:txBody>
          <a:bodyPr/>
          <a:lstStyle/>
          <a:p>
            <a:fld id="{4F1158E4-2969-4920-87C5-62911828DF90}" type="slidenum">
              <a:rPr lang="en-IN" smtClean="0"/>
              <a:t>‹#›</a:t>
            </a:fld>
            <a:endParaRPr lang="en-IN"/>
          </a:p>
        </p:txBody>
      </p:sp>
    </p:spTree>
    <p:extLst>
      <p:ext uri="{BB962C8B-B14F-4D97-AF65-F5344CB8AC3E}">
        <p14:creationId xmlns:p14="http://schemas.microsoft.com/office/powerpoint/2010/main" val="1360273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5000" r="-4000" b="-35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F398C-CFC5-E3F6-7015-1D482F97B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6D80A0-652B-B0C4-7EF9-7606BDF936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0E90BF-6E14-184D-9B53-C4361087EF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5BEBD5-B328-4678-9BA7-D043CCACBA6A}" type="datetimeFigureOut">
              <a:rPr lang="en-IN" smtClean="0"/>
              <a:t>17-07-2026</a:t>
            </a:fld>
            <a:endParaRPr lang="en-IN"/>
          </a:p>
        </p:txBody>
      </p:sp>
      <p:sp>
        <p:nvSpPr>
          <p:cNvPr id="5" name="Footer Placeholder 4">
            <a:extLst>
              <a:ext uri="{FF2B5EF4-FFF2-40B4-BE49-F238E27FC236}">
                <a16:creationId xmlns:a16="http://schemas.microsoft.com/office/drawing/2014/main" id="{EAF1D792-8E30-D959-0FF8-F3617CE5B9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B2B10D-5949-BED5-C992-DF0EF5CD76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1158E4-2969-4920-87C5-62911828DF90}" type="slidenum">
              <a:rPr lang="en-IN" smtClean="0"/>
              <a:t>‹#›</a:t>
            </a:fld>
            <a:endParaRPr lang="en-IN"/>
          </a:p>
        </p:txBody>
      </p:sp>
    </p:spTree>
    <p:extLst>
      <p:ext uri="{BB962C8B-B14F-4D97-AF65-F5344CB8AC3E}">
        <p14:creationId xmlns:p14="http://schemas.microsoft.com/office/powerpoint/2010/main" val="1121056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mailto:cb.sc.u4cse24765@cb.students.amrita.edu" TargetMode="External"/><Relationship Id="rId3" Type="http://schemas.openxmlformats.org/officeDocument/2006/relationships/hyperlink" Target="mailto:cb.sc.u4cse24716@cb.students.amrita.edu" TargetMode="External"/><Relationship Id="rId7" Type="http://schemas.openxmlformats.org/officeDocument/2006/relationships/hyperlink" Target="https://github.com/djjoy8247408969-netizen" TargetMode="External"/><Relationship Id="rId2" Type="http://schemas.openxmlformats.org/officeDocument/2006/relationships/hyperlink" Target="https://github.com/manaswiniyoshitha2006-netizen" TargetMode="External"/><Relationship Id="rId1" Type="http://schemas.openxmlformats.org/officeDocument/2006/relationships/slideLayout" Target="../slideLayouts/slideLayout2.xml"/><Relationship Id="rId6" Type="http://schemas.openxmlformats.org/officeDocument/2006/relationships/hyperlink" Target="https://github.com/Krishnateja115" TargetMode="External"/><Relationship Id="rId5" Type="http://schemas.openxmlformats.org/officeDocument/2006/relationships/hyperlink" Target="mailto:cb.sc.u4cse24717@cb.students.amrita.edu" TargetMode="External"/><Relationship Id="rId4" Type="http://schemas.openxmlformats.org/officeDocument/2006/relationships/hyperlink" Target="https://github.com/HarshaGaduput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ED30C-8057-DC57-18B1-1A4851C0E32A}"/>
              </a:ext>
            </a:extLst>
          </p:cNvPr>
          <p:cNvSpPr>
            <a:spLocks noGrp="1"/>
          </p:cNvSpPr>
          <p:nvPr>
            <p:ph type="ctrTitle"/>
          </p:nvPr>
        </p:nvSpPr>
        <p:spPr>
          <a:xfrm>
            <a:off x="691242" y="669472"/>
            <a:ext cx="9144000" cy="3297692"/>
          </a:xfrm>
        </p:spPr>
        <p:txBody>
          <a:bodyPr>
            <a:normAutofit fontScale="90000"/>
          </a:bodyPr>
          <a:lstStyle/>
          <a:p>
            <a:pPr algn="l"/>
            <a:br>
              <a:rPr lang="en-IN" sz="5000" dirty="0">
                <a:latin typeface="Calibri Bold" panose="020F0702030404030204" pitchFamily="34" charset="0"/>
                <a:ea typeface="Calibri Bold" panose="020F0702030404030204" pitchFamily="34" charset="0"/>
                <a:cs typeface="Calibri Bold" panose="020F0702030404030204" pitchFamily="34" charset="0"/>
              </a:rPr>
            </a:br>
            <a:r>
              <a:rPr lang="en-IN" sz="5400" dirty="0">
                <a:solidFill>
                  <a:srgbClr val="B30F48"/>
                </a:solidFill>
                <a:latin typeface="Calibri Bold" panose="020F0702030404030204" pitchFamily="34" charset="0"/>
                <a:ea typeface="Calibri Bold" panose="020F0702030404030204" pitchFamily="34" charset="0"/>
                <a:cs typeface="Calibri Bold" panose="020F0702030404030204" pitchFamily="34" charset="0"/>
              </a:rPr>
              <a:t>23 CSE471</a:t>
            </a:r>
            <a:br>
              <a:rPr lang="en-IN" sz="500" dirty="0">
                <a:solidFill>
                  <a:srgbClr val="B30F48"/>
                </a:solidFill>
                <a:latin typeface="Calibri Bold" panose="020F0702030404030204" pitchFamily="34" charset="0"/>
                <a:ea typeface="Calibri Bold" panose="020F0702030404030204" pitchFamily="34" charset="0"/>
                <a:cs typeface="Calibri Bold" panose="020F0702030404030204" pitchFamily="34" charset="0"/>
              </a:rPr>
            </a:br>
            <a:br>
              <a:rPr lang="en-IN" sz="5000" dirty="0">
                <a:solidFill>
                  <a:srgbClr val="B30F48"/>
                </a:solidFill>
                <a:latin typeface="Calibri Bold" panose="020F0702030404030204" pitchFamily="34" charset="0"/>
                <a:ea typeface="Calibri Bold" panose="020F0702030404030204" pitchFamily="34" charset="0"/>
                <a:cs typeface="Calibri Bold" panose="020F0702030404030204" pitchFamily="34" charset="0"/>
              </a:rPr>
            </a:br>
            <a:r>
              <a:rPr lang="en-IN" sz="5000" dirty="0">
                <a:solidFill>
                  <a:srgbClr val="B30F48"/>
                </a:solidFill>
                <a:latin typeface="Perpetua Titling MT Bold" panose="02020802060505020804" pitchFamily="18" charset="0"/>
                <a:ea typeface="Calibri Bold" panose="020F0702030404030204" pitchFamily="34" charset="0"/>
                <a:cs typeface="Calibri Bold" panose="020F0702030404030204" pitchFamily="34" charset="0"/>
              </a:rPr>
              <a:t>NATURAL LANGUAGe</a:t>
            </a:r>
            <a:br>
              <a:rPr lang="en-IN" sz="500" dirty="0">
                <a:solidFill>
                  <a:srgbClr val="B30F48"/>
                </a:solidFill>
                <a:latin typeface="Perpetua Titling MT Bold" panose="02020802060505020804" pitchFamily="18" charset="0"/>
                <a:ea typeface="Calibri Bold" panose="020F0702030404030204" pitchFamily="34" charset="0"/>
                <a:cs typeface="Calibri Bold" panose="020F0702030404030204" pitchFamily="34" charset="0"/>
              </a:rPr>
            </a:br>
            <a:br>
              <a:rPr lang="en-IN" sz="5000" dirty="0">
                <a:solidFill>
                  <a:srgbClr val="B30F48"/>
                </a:solidFill>
                <a:latin typeface="Perpetua Titling MT Bold" panose="02020802060505020804" pitchFamily="18" charset="0"/>
                <a:ea typeface="Calibri Bold" panose="020F0702030404030204" pitchFamily="34" charset="0"/>
                <a:cs typeface="Calibri Bold" panose="020F0702030404030204" pitchFamily="34" charset="0"/>
              </a:rPr>
            </a:br>
            <a:r>
              <a:rPr lang="en-IN" sz="5000" dirty="0">
                <a:solidFill>
                  <a:srgbClr val="B30F48"/>
                </a:solidFill>
                <a:latin typeface="Perpetua Titling MT Bold" panose="02020802060505020804" pitchFamily="18" charset="0"/>
                <a:ea typeface="Calibri Bold" panose="020F0702030404030204" pitchFamily="34" charset="0"/>
                <a:cs typeface="Calibri Bold" panose="020F0702030404030204" pitchFamily="34" charset="0"/>
              </a:rPr>
              <a:t>pROCESSING</a:t>
            </a:r>
          </a:p>
        </p:txBody>
      </p:sp>
      <p:sp>
        <p:nvSpPr>
          <p:cNvPr id="3" name="Subtitle 2">
            <a:extLst>
              <a:ext uri="{FF2B5EF4-FFF2-40B4-BE49-F238E27FC236}">
                <a16:creationId xmlns:a16="http://schemas.microsoft.com/office/drawing/2014/main" id="{5773DC3A-3A6E-A5DE-E8A1-435ED26BE0AB}"/>
              </a:ext>
            </a:extLst>
          </p:cNvPr>
          <p:cNvSpPr>
            <a:spLocks noGrp="1"/>
          </p:cNvSpPr>
          <p:nvPr>
            <p:ph type="subTitle" idx="1"/>
          </p:nvPr>
        </p:nvSpPr>
        <p:spPr>
          <a:xfrm>
            <a:off x="1491342" y="4739594"/>
            <a:ext cx="9710058" cy="1269320"/>
          </a:xfrm>
        </p:spPr>
        <p:txBody>
          <a:bodyPr>
            <a:normAutofit/>
          </a:bodyPr>
          <a:lstStyle/>
          <a:p>
            <a:r>
              <a:rPr lang="en-IN" sz="2800" dirty="0">
                <a:solidFill>
                  <a:srgbClr val="002060"/>
                </a:solidFill>
              </a:rPr>
              <a:t>Case study Review 1 </a:t>
            </a:r>
          </a:p>
          <a:p>
            <a:r>
              <a:rPr lang="en-IN" sz="2800" dirty="0">
                <a:solidFill>
                  <a:srgbClr val="B30F48"/>
                </a:solidFill>
              </a:rPr>
              <a:t>Professor – T Senthil Kumar (CSE)</a:t>
            </a:r>
          </a:p>
        </p:txBody>
      </p:sp>
    </p:spTree>
    <p:extLst>
      <p:ext uri="{BB962C8B-B14F-4D97-AF65-F5344CB8AC3E}">
        <p14:creationId xmlns:p14="http://schemas.microsoft.com/office/powerpoint/2010/main" val="2259253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15ACE-921D-D369-148E-9979F376AA30}"/>
              </a:ext>
            </a:extLst>
          </p:cNvPr>
          <p:cNvSpPr>
            <a:spLocks noGrp="1"/>
          </p:cNvSpPr>
          <p:nvPr>
            <p:ph type="title"/>
          </p:nvPr>
        </p:nvSpPr>
        <p:spPr>
          <a:xfrm>
            <a:off x="838200" y="217641"/>
            <a:ext cx="10515600" cy="618101"/>
          </a:xfrm>
        </p:spPr>
        <p:txBody>
          <a:bodyPr>
            <a:normAutofit/>
          </a:bodyPr>
          <a:lstStyle/>
          <a:p>
            <a:pPr algn="ctr"/>
            <a:r>
              <a:rPr lang="en-IN" sz="3200" dirty="0">
                <a:solidFill>
                  <a:srgbClr val="002060"/>
                </a:solidFill>
                <a:latin typeface="Poppins" panose="020B0502040204020203" pitchFamily="2" charset="0"/>
                <a:cs typeface="Poppins" panose="020B0502040204020203" pitchFamily="2" charset="0"/>
              </a:rPr>
              <a:t>MEDICAL REPORT ANALYZER</a:t>
            </a:r>
          </a:p>
        </p:txBody>
      </p:sp>
      <p:graphicFrame>
        <p:nvGraphicFramePr>
          <p:cNvPr id="7" name="Content Placeholder 6">
            <a:extLst>
              <a:ext uri="{FF2B5EF4-FFF2-40B4-BE49-F238E27FC236}">
                <a16:creationId xmlns:a16="http://schemas.microsoft.com/office/drawing/2014/main" id="{B3958F70-6031-D869-FF93-B1BB02FE761A}"/>
              </a:ext>
            </a:extLst>
          </p:cNvPr>
          <p:cNvGraphicFramePr>
            <a:graphicFrameLocks noGrp="1"/>
          </p:cNvGraphicFramePr>
          <p:nvPr>
            <p:ph idx="1"/>
            <p:extLst>
              <p:ext uri="{D42A27DB-BD31-4B8C-83A1-F6EECF244321}">
                <p14:modId xmlns:p14="http://schemas.microsoft.com/office/powerpoint/2010/main" val="1427691406"/>
              </p:ext>
            </p:extLst>
          </p:nvPr>
        </p:nvGraphicFramePr>
        <p:xfrm>
          <a:off x="924179" y="1307690"/>
          <a:ext cx="10429621" cy="4367644"/>
        </p:xfrm>
        <a:graphic>
          <a:graphicData uri="http://schemas.openxmlformats.org/drawingml/2006/table">
            <a:tbl>
              <a:tblPr firstRow="1" bandRow="1">
                <a:tableStyleId>{5940675A-B579-460E-94D1-54222C63F5DA}</a:tableStyleId>
              </a:tblPr>
              <a:tblGrid>
                <a:gridCol w="2017141">
                  <a:extLst>
                    <a:ext uri="{9D8B030D-6E8A-4147-A177-3AD203B41FA5}">
                      <a16:colId xmlns:a16="http://schemas.microsoft.com/office/drawing/2014/main" val="3713987114"/>
                    </a:ext>
                  </a:extLst>
                </a:gridCol>
                <a:gridCol w="1758446">
                  <a:extLst>
                    <a:ext uri="{9D8B030D-6E8A-4147-A177-3AD203B41FA5}">
                      <a16:colId xmlns:a16="http://schemas.microsoft.com/office/drawing/2014/main" val="2983663723"/>
                    </a:ext>
                  </a:extLst>
                </a:gridCol>
                <a:gridCol w="2113936">
                  <a:extLst>
                    <a:ext uri="{9D8B030D-6E8A-4147-A177-3AD203B41FA5}">
                      <a16:colId xmlns:a16="http://schemas.microsoft.com/office/drawing/2014/main" val="1685466739"/>
                    </a:ext>
                  </a:extLst>
                </a:gridCol>
                <a:gridCol w="2436978">
                  <a:extLst>
                    <a:ext uri="{9D8B030D-6E8A-4147-A177-3AD203B41FA5}">
                      <a16:colId xmlns:a16="http://schemas.microsoft.com/office/drawing/2014/main" val="288858959"/>
                    </a:ext>
                  </a:extLst>
                </a:gridCol>
                <a:gridCol w="2103120">
                  <a:extLst>
                    <a:ext uri="{9D8B030D-6E8A-4147-A177-3AD203B41FA5}">
                      <a16:colId xmlns:a16="http://schemas.microsoft.com/office/drawing/2014/main" val="407835028"/>
                    </a:ext>
                  </a:extLst>
                </a:gridCol>
              </a:tblGrid>
              <a:tr h="498024">
                <a:tc gridSpan="5">
                  <a:txBody>
                    <a:bodyPr/>
                    <a:lstStyle/>
                    <a:p>
                      <a:pPr algn="ctr"/>
                      <a:r>
                        <a:rPr lang="en-IN" sz="2000" b="1" dirty="0">
                          <a:latin typeface="Calibri Bold" panose="020F0702030404030204" pitchFamily="34" charset="0"/>
                          <a:ea typeface="Calibri Bold" panose="020F0702030404030204" pitchFamily="34" charset="0"/>
                          <a:cs typeface="Calibri Bold" panose="020F0702030404030204" pitchFamily="34" charset="0"/>
                        </a:rPr>
                        <a:t>TEAM NUMBER - 10</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81152219"/>
                  </a:ext>
                </a:extLst>
              </a:tr>
              <a:tr h="498024">
                <a:tc>
                  <a:txBody>
                    <a:bodyPr/>
                    <a:lstStyle/>
                    <a:p>
                      <a:pPr algn="ctr">
                        <a:lnSpc>
                          <a:spcPct val="150000"/>
                        </a:lnSpc>
                      </a:pPr>
                      <a:r>
                        <a:rPr lang="en-IN" sz="1900" b="1" dirty="0">
                          <a:latin typeface="Calibri Bold" panose="020F0702030404030204" pitchFamily="34" charset="0"/>
                          <a:ea typeface="Calibri Bold" panose="020F0702030404030204" pitchFamily="34" charset="0"/>
                          <a:cs typeface="Calibri Bold" panose="020F0702030404030204" pitchFamily="34" charset="0"/>
                        </a:rPr>
                        <a:t>NAME</a:t>
                      </a:r>
                    </a:p>
                  </a:txBody>
                  <a:tcPr/>
                </a:tc>
                <a:tc>
                  <a:txBody>
                    <a:bodyPr/>
                    <a:lstStyle/>
                    <a:p>
                      <a:pPr algn="ctr">
                        <a:lnSpc>
                          <a:spcPct val="150000"/>
                        </a:lnSpc>
                      </a:pPr>
                      <a:r>
                        <a:rPr lang="en-IN" sz="1900" b="1" dirty="0">
                          <a:latin typeface="Calibri Bold" panose="020F0702030404030204" pitchFamily="34" charset="0"/>
                          <a:ea typeface="Calibri Bold" panose="020F0702030404030204" pitchFamily="34" charset="0"/>
                          <a:cs typeface="Calibri Bold" panose="020F0702030404030204" pitchFamily="34" charset="0"/>
                        </a:rPr>
                        <a:t>ROLL NUMBER</a:t>
                      </a:r>
                    </a:p>
                  </a:txBody>
                  <a:tcPr/>
                </a:tc>
                <a:tc>
                  <a:txBody>
                    <a:bodyPr/>
                    <a:lstStyle/>
                    <a:p>
                      <a:pPr algn="ctr">
                        <a:lnSpc>
                          <a:spcPct val="150000"/>
                        </a:lnSpc>
                      </a:pPr>
                      <a:r>
                        <a:rPr lang="en-IN" sz="1900" b="1" dirty="0">
                          <a:latin typeface="Calibri Bold" panose="020F0702030404030204" pitchFamily="34" charset="0"/>
                          <a:ea typeface="Calibri Bold" panose="020F0702030404030204" pitchFamily="34" charset="0"/>
                          <a:cs typeface="Calibri Bold" panose="020F0702030404030204" pitchFamily="34" charset="0"/>
                        </a:rPr>
                        <a:t>GITHUB URL</a:t>
                      </a:r>
                    </a:p>
                  </a:txBody>
                  <a:tcPr/>
                </a:tc>
                <a:tc>
                  <a:txBody>
                    <a:bodyPr/>
                    <a:lstStyle/>
                    <a:p>
                      <a:pPr algn="ctr">
                        <a:lnSpc>
                          <a:spcPct val="150000"/>
                        </a:lnSpc>
                      </a:pPr>
                      <a:r>
                        <a:rPr lang="en-IN" sz="1900" b="1" dirty="0">
                          <a:latin typeface="Calibri Bold" panose="020F0702030404030204" pitchFamily="34" charset="0"/>
                          <a:ea typeface="Calibri Bold" panose="020F0702030404030204" pitchFamily="34" charset="0"/>
                          <a:cs typeface="Calibri Bold" panose="020F0702030404030204" pitchFamily="34" charset="0"/>
                        </a:rPr>
                        <a:t>COLLEGE MAIL ID</a:t>
                      </a:r>
                    </a:p>
                  </a:txBody>
                  <a:tcPr/>
                </a:tc>
                <a:tc>
                  <a:txBody>
                    <a:bodyPr/>
                    <a:lstStyle/>
                    <a:p>
                      <a:pPr algn="ctr">
                        <a:lnSpc>
                          <a:spcPct val="150000"/>
                        </a:lnSpc>
                      </a:pPr>
                      <a:r>
                        <a:rPr lang="en-IN" sz="1900" b="1" dirty="0">
                          <a:latin typeface="Calibri Bold" panose="020F0702030404030204" pitchFamily="34" charset="0"/>
                          <a:ea typeface="Calibri Bold" panose="020F0702030404030204" pitchFamily="34" charset="0"/>
                          <a:cs typeface="Calibri Bold" panose="020F0702030404030204" pitchFamily="34" charset="0"/>
                        </a:rPr>
                        <a:t>MOBILE NUMBER</a:t>
                      </a:r>
                    </a:p>
                  </a:txBody>
                  <a:tcPr/>
                </a:tc>
                <a:extLst>
                  <a:ext uri="{0D108BD9-81ED-4DB2-BD59-A6C34878D82A}">
                    <a16:rowId xmlns:a16="http://schemas.microsoft.com/office/drawing/2014/main" val="326897115"/>
                  </a:ext>
                </a:extLst>
              </a:tr>
              <a:tr h="448843">
                <a:tc>
                  <a:txBody>
                    <a:bodyPr/>
                    <a:lstStyle/>
                    <a:p>
                      <a:pPr algn="ctr">
                        <a:lnSpc>
                          <a:spcPct val="250000"/>
                        </a:lnSpc>
                      </a:pPr>
                      <a:r>
                        <a:rPr lang="en-IN" sz="1500" b="0" dirty="0">
                          <a:latin typeface="+mj-lt"/>
                          <a:ea typeface="Calibri Bold" panose="020F0702030404030204" pitchFamily="34" charset="0"/>
                          <a:cs typeface="Calibri Bold" panose="020F0702030404030204" pitchFamily="34" charset="0"/>
                        </a:rPr>
                        <a:t>G . Manaswini Yoshitha</a:t>
                      </a:r>
                    </a:p>
                  </a:txBody>
                  <a:tcPr/>
                </a:tc>
                <a:tc>
                  <a:txBody>
                    <a:bodyPr/>
                    <a:lstStyle/>
                    <a:p>
                      <a:pPr algn="ctr">
                        <a:lnSpc>
                          <a:spcPct val="250000"/>
                        </a:lnSpc>
                      </a:pPr>
                      <a:r>
                        <a:rPr lang="en-IN" sz="1500" b="0" dirty="0">
                          <a:latin typeface="+mj-lt"/>
                          <a:ea typeface="Calibri Bold" panose="020F0702030404030204" pitchFamily="34" charset="0"/>
                          <a:cs typeface="Calibri Bold" panose="020F0702030404030204" pitchFamily="34" charset="0"/>
                        </a:rPr>
                        <a:t>CB.SC.U4CSE24716</a:t>
                      </a:r>
                    </a:p>
                  </a:txBody>
                  <a:tcPr/>
                </a:tc>
                <a:tc>
                  <a:txBody>
                    <a:bodyPr/>
                    <a:lstStyle/>
                    <a:p>
                      <a:pPr algn="ctr">
                        <a:lnSpc>
                          <a:spcPct val="150000"/>
                        </a:lnSpc>
                      </a:pPr>
                      <a:r>
                        <a:rPr lang="en-IN" sz="1500" b="0" dirty="0">
                          <a:latin typeface="+mj-lt"/>
                          <a:ea typeface="Calibri Bold" panose="020F0702030404030204" pitchFamily="34" charset="0"/>
                          <a:cs typeface="Calibri Bold" panose="020F0702030404030204" pitchFamily="34" charset="0"/>
                          <a:hlinkClick r:id="rId2"/>
                        </a:rPr>
                        <a:t>https://github.com/manaswiniyoshitha2006-netizen</a:t>
                      </a:r>
                      <a:endParaRPr lang="en-IN" sz="1500" b="0" dirty="0">
                        <a:latin typeface="+mj-lt"/>
                        <a:ea typeface="Calibri Bold" panose="020F0702030404030204" pitchFamily="34" charset="0"/>
                        <a:cs typeface="Calibri Bold" panose="020F0702030404030204" pitchFamily="34" charset="0"/>
                      </a:endParaRPr>
                    </a:p>
                  </a:txBody>
                  <a:tcPr/>
                </a:tc>
                <a:tc>
                  <a:txBody>
                    <a:bodyPr/>
                    <a:lstStyle/>
                    <a:p>
                      <a:pPr algn="ctr">
                        <a:lnSpc>
                          <a:spcPct val="150000"/>
                        </a:lnSpc>
                      </a:pPr>
                      <a:r>
                        <a:rPr lang="en-IN" sz="1500" b="0" i="0" u="sng" strike="noStrike" kern="1200" dirty="0">
                          <a:solidFill>
                            <a:schemeClr val="tx1"/>
                          </a:solidFill>
                          <a:effectLst/>
                          <a:latin typeface="+mj-lt"/>
                          <a:ea typeface="+mn-ea"/>
                          <a:cs typeface="+mn-cs"/>
                          <a:hlinkClick r:id="rId3"/>
                        </a:rPr>
                        <a:t>cb.sc.u4cse24716@cb.students.amrita.edu</a:t>
                      </a:r>
                      <a:r>
                        <a:rPr lang="en-IN" sz="1800" b="0" i="0" kern="1200" dirty="0">
                          <a:solidFill>
                            <a:schemeClr val="tx1"/>
                          </a:solidFill>
                          <a:effectLst/>
                          <a:latin typeface="+mn-lt"/>
                          <a:ea typeface="+mn-ea"/>
                          <a:cs typeface="+mn-cs"/>
                        </a:rPr>
                        <a:t>​</a:t>
                      </a:r>
                      <a:endParaRPr lang="en-IN" sz="1500" b="1" dirty="0">
                        <a:latin typeface="+mj-lt"/>
                        <a:ea typeface="Calibri Bold" panose="020F0702030404030204" pitchFamily="34" charset="0"/>
                        <a:cs typeface="Calibri Bold" panose="020F0702030404030204" pitchFamily="34" charset="0"/>
                      </a:endParaRPr>
                    </a:p>
                  </a:txBody>
                  <a:tcPr/>
                </a:tc>
                <a:tc>
                  <a:txBody>
                    <a:bodyPr/>
                    <a:lstStyle/>
                    <a:p>
                      <a:pPr algn="ctr">
                        <a:lnSpc>
                          <a:spcPct val="200000"/>
                        </a:lnSpc>
                      </a:pPr>
                      <a:r>
                        <a:rPr lang="en-IN" sz="1800" b="0" dirty="0">
                          <a:latin typeface="+mj-lt"/>
                          <a:ea typeface="Calibri Bold" panose="020F0702030404030204" pitchFamily="34" charset="0"/>
                          <a:cs typeface="Calibri Bold" panose="020F0702030404030204" pitchFamily="34" charset="0"/>
                        </a:rPr>
                        <a:t>8897908897</a:t>
                      </a:r>
                    </a:p>
                  </a:txBody>
                  <a:tcPr/>
                </a:tc>
                <a:extLst>
                  <a:ext uri="{0D108BD9-81ED-4DB2-BD59-A6C34878D82A}">
                    <a16:rowId xmlns:a16="http://schemas.microsoft.com/office/drawing/2014/main" val="3125455120"/>
                  </a:ext>
                </a:extLst>
              </a:tr>
              <a:tr h="498024">
                <a:tc>
                  <a:txBody>
                    <a:bodyPr/>
                    <a:lstStyle/>
                    <a:p>
                      <a:pPr algn="ctr">
                        <a:lnSpc>
                          <a:spcPct val="250000"/>
                        </a:lnSpc>
                      </a:pPr>
                      <a:r>
                        <a:rPr lang="en-IN" sz="1500" b="0" dirty="0">
                          <a:latin typeface="+mj-lt"/>
                        </a:rPr>
                        <a:t>G . Harsha Chowdary</a:t>
                      </a:r>
                    </a:p>
                  </a:txBody>
                  <a:tcPr/>
                </a:tc>
                <a:tc>
                  <a:txBody>
                    <a:bodyPr/>
                    <a:lstStyle/>
                    <a:p>
                      <a:pPr algn="ctr">
                        <a:lnSpc>
                          <a:spcPct val="250000"/>
                        </a:lnSpc>
                      </a:pPr>
                      <a:r>
                        <a:rPr lang="en-IN" sz="1500" dirty="0">
                          <a:latin typeface="+mj-lt"/>
                        </a:rPr>
                        <a:t>CB.SC.U4CSE24717</a:t>
                      </a:r>
                    </a:p>
                  </a:txBody>
                  <a:tcPr/>
                </a:tc>
                <a:tc>
                  <a:txBody>
                    <a:bodyPr/>
                    <a:lstStyle/>
                    <a:p>
                      <a:pPr algn="ctr">
                        <a:lnSpc>
                          <a:spcPct val="150000"/>
                        </a:lnSpc>
                      </a:pPr>
                      <a:r>
                        <a:rPr lang="en-IN" sz="1500">
                          <a:latin typeface="+mj-lt"/>
                          <a:hlinkClick r:id="rId4"/>
                        </a:rPr>
                        <a:t>https://github.com/HarshaGaduputi</a:t>
                      </a:r>
                      <a:endParaRPr lang="en-IN" sz="1500" dirty="0">
                        <a:latin typeface="+mj-lt"/>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IN" sz="1500" b="0" i="0" u="sng" strike="noStrike" kern="1200" dirty="0">
                          <a:solidFill>
                            <a:schemeClr val="tx1"/>
                          </a:solidFill>
                          <a:effectLst/>
                          <a:latin typeface="+mj-lt"/>
                          <a:ea typeface="+mn-ea"/>
                          <a:cs typeface="+mn-cs"/>
                          <a:hlinkClick r:id="rId5"/>
                        </a:rPr>
                        <a:t>cb.sc.u4cse24717@cb.students.amrita.edu</a:t>
                      </a:r>
                      <a:r>
                        <a:rPr lang="en-IN" sz="1800" b="0" i="0" kern="1200" dirty="0">
                          <a:solidFill>
                            <a:schemeClr val="tx1"/>
                          </a:solidFill>
                          <a:effectLst/>
                          <a:latin typeface="+mj-lt"/>
                          <a:ea typeface="+mn-ea"/>
                          <a:cs typeface="+mn-cs"/>
                        </a:rPr>
                        <a:t>​</a:t>
                      </a:r>
                      <a:endParaRPr lang="en-IN" sz="1500" b="1" kern="1200" dirty="0">
                        <a:solidFill>
                          <a:schemeClr val="tx1"/>
                        </a:solidFill>
                        <a:latin typeface="+mj-lt"/>
                        <a:ea typeface="Calibri Bold" panose="020F0702030404030204" pitchFamily="34" charset="0"/>
                        <a:cs typeface="Calibri Bold" panose="020F0702030404030204" pitchFamily="34" charset="0"/>
                      </a:endParaRPr>
                    </a:p>
                  </a:txBody>
                  <a:tcPr/>
                </a:tc>
                <a:tc>
                  <a:txBody>
                    <a:bodyPr/>
                    <a:lstStyle/>
                    <a:p>
                      <a:pPr algn="ctr">
                        <a:lnSpc>
                          <a:spcPct val="200000"/>
                        </a:lnSpc>
                      </a:pPr>
                      <a:r>
                        <a:rPr lang="en-IN" sz="1800" dirty="0">
                          <a:latin typeface="+mj-lt"/>
                        </a:rPr>
                        <a:t>9963180065</a:t>
                      </a:r>
                    </a:p>
                  </a:txBody>
                  <a:tcPr/>
                </a:tc>
                <a:extLst>
                  <a:ext uri="{0D108BD9-81ED-4DB2-BD59-A6C34878D82A}">
                    <a16:rowId xmlns:a16="http://schemas.microsoft.com/office/drawing/2014/main" val="3764889054"/>
                  </a:ext>
                </a:extLst>
              </a:tr>
              <a:tr h="498024">
                <a:tc>
                  <a:txBody>
                    <a:bodyPr/>
                    <a:lstStyle/>
                    <a:p>
                      <a:pPr algn="ctr">
                        <a:lnSpc>
                          <a:spcPct val="250000"/>
                        </a:lnSpc>
                      </a:pPr>
                      <a:r>
                        <a:rPr lang="en-IN" sz="1500" dirty="0">
                          <a:latin typeface="+mj-lt"/>
                        </a:rPr>
                        <a:t>R . Krishna Teja</a:t>
                      </a:r>
                    </a:p>
                  </a:txBody>
                  <a:tcPr/>
                </a:tc>
                <a:tc>
                  <a:txBody>
                    <a:bodyPr/>
                    <a:lstStyle/>
                    <a:p>
                      <a:pPr algn="ctr">
                        <a:lnSpc>
                          <a:spcPct val="250000"/>
                        </a:lnSpc>
                      </a:pPr>
                      <a:r>
                        <a:rPr lang="en-IN" sz="1500" dirty="0">
                          <a:latin typeface="+mj-lt"/>
                        </a:rPr>
                        <a:t>CB.SC.U4CSE24743</a:t>
                      </a:r>
                    </a:p>
                  </a:txBody>
                  <a:tcPr/>
                </a:tc>
                <a:tc>
                  <a:txBody>
                    <a:bodyPr/>
                    <a:lstStyle/>
                    <a:p>
                      <a:pPr algn="ctr">
                        <a:lnSpc>
                          <a:spcPct val="150000"/>
                        </a:lnSpc>
                      </a:pPr>
                      <a:r>
                        <a:rPr lang="en-IN" sz="1500" dirty="0">
                          <a:latin typeface="+mj-lt"/>
                          <a:hlinkClick r:id="rId6"/>
                        </a:rPr>
                        <a:t>https://github.com/Krishnateja115</a:t>
                      </a:r>
                      <a:endParaRPr lang="en-IN" sz="1500" dirty="0">
                        <a:latin typeface="+mj-lt"/>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IN" sz="1500" b="0" i="0" u="sng" strike="noStrike" kern="1200" dirty="0">
                          <a:solidFill>
                            <a:schemeClr val="tx1"/>
                          </a:solidFill>
                          <a:effectLst/>
                          <a:latin typeface="+mj-lt"/>
                          <a:ea typeface="+mn-ea"/>
                          <a:cs typeface="+mn-cs"/>
                          <a:hlinkClick r:id="rId3"/>
                        </a:rPr>
                        <a:t>cb.sc.u4cse24743@cb.students.amrita.edu</a:t>
                      </a:r>
                      <a:r>
                        <a:rPr lang="en-IN" sz="1500" b="0" i="0" kern="1200" dirty="0">
                          <a:solidFill>
                            <a:schemeClr val="tx1"/>
                          </a:solidFill>
                          <a:effectLst/>
                          <a:latin typeface="+mj-lt"/>
                          <a:ea typeface="+mn-ea"/>
                          <a:cs typeface="+mn-cs"/>
                        </a:rPr>
                        <a:t>​</a:t>
                      </a:r>
                      <a:endParaRPr lang="en-IN" sz="1500" b="1" kern="1200" dirty="0">
                        <a:solidFill>
                          <a:schemeClr val="tx1"/>
                        </a:solidFill>
                        <a:latin typeface="+mj-lt"/>
                        <a:ea typeface="Calibri Bold" panose="020F0702030404030204" pitchFamily="34" charset="0"/>
                        <a:cs typeface="Calibri Bold" panose="020F0702030404030204" pitchFamily="34" charset="0"/>
                      </a:endParaRPr>
                    </a:p>
                  </a:txBody>
                  <a:tcPr/>
                </a:tc>
                <a:tc>
                  <a:txBody>
                    <a:bodyPr/>
                    <a:lstStyle/>
                    <a:p>
                      <a:pPr algn="ctr">
                        <a:lnSpc>
                          <a:spcPct val="200000"/>
                        </a:lnSpc>
                      </a:pPr>
                      <a:r>
                        <a:rPr lang="en-IN" sz="1800" dirty="0">
                          <a:latin typeface="+mj-lt"/>
                        </a:rPr>
                        <a:t>9985087899</a:t>
                      </a:r>
                    </a:p>
                  </a:txBody>
                  <a:tcPr/>
                </a:tc>
                <a:extLst>
                  <a:ext uri="{0D108BD9-81ED-4DB2-BD59-A6C34878D82A}">
                    <a16:rowId xmlns:a16="http://schemas.microsoft.com/office/drawing/2014/main" val="2036980970"/>
                  </a:ext>
                </a:extLst>
              </a:tr>
              <a:tr h="498024">
                <a:tc>
                  <a:txBody>
                    <a:bodyPr/>
                    <a:lstStyle/>
                    <a:p>
                      <a:pPr algn="ctr">
                        <a:lnSpc>
                          <a:spcPct val="250000"/>
                        </a:lnSpc>
                      </a:pPr>
                      <a:r>
                        <a:rPr lang="en-IN" sz="1500" dirty="0">
                          <a:latin typeface="+mj-lt"/>
                        </a:rPr>
                        <a:t>D . Joy Sandeep</a:t>
                      </a:r>
                    </a:p>
                  </a:txBody>
                  <a:tcPr/>
                </a:tc>
                <a:tc>
                  <a:txBody>
                    <a:bodyPr/>
                    <a:lstStyle/>
                    <a:p>
                      <a:pPr algn="ctr">
                        <a:lnSpc>
                          <a:spcPct val="250000"/>
                        </a:lnSpc>
                      </a:pPr>
                      <a:r>
                        <a:rPr lang="en-IN" sz="1500" dirty="0">
                          <a:latin typeface="+mj-lt"/>
                        </a:rPr>
                        <a:t>CB.SC.U4CSE24765</a:t>
                      </a:r>
                    </a:p>
                  </a:txBody>
                  <a:tcPr/>
                </a:tc>
                <a:tc>
                  <a:txBody>
                    <a:bodyPr/>
                    <a:lstStyle/>
                    <a:p>
                      <a:pPr algn="ctr">
                        <a:lnSpc>
                          <a:spcPct val="150000"/>
                        </a:lnSpc>
                      </a:pPr>
                      <a:r>
                        <a:rPr lang="en-IN" sz="1500" dirty="0">
                          <a:latin typeface="+mj-lt"/>
                          <a:hlinkClick r:id="rId7"/>
                        </a:rPr>
                        <a:t>https://github.com/djjoy8247408969-netizen</a:t>
                      </a:r>
                      <a:endParaRPr lang="en-IN" sz="1500" dirty="0">
                        <a:latin typeface="+mj-lt"/>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IN" sz="1500" b="0" i="0" u="sng" strike="noStrike" kern="1200" dirty="0">
                          <a:solidFill>
                            <a:schemeClr val="tx1"/>
                          </a:solidFill>
                          <a:effectLst/>
                          <a:latin typeface="+mj-lt"/>
                          <a:ea typeface="+mn-ea"/>
                          <a:cs typeface="+mn-cs"/>
                          <a:hlinkClick r:id="rId8"/>
                        </a:rPr>
                        <a:t>cb.sc</a:t>
                      </a:r>
                      <a:r>
                        <a:rPr lang="en-IN" sz="1500" b="0" i="0" u="sng" strike="noStrike" kern="1200">
                          <a:solidFill>
                            <a:schemeClr val="tx1"/>
                          </a:solidFill>
                          <a:effectLst/>
                          <a:latin typeface="+mj-lt"/>
                          <a:ea typeface="+mn-ea"/>
                          <a:cs typeface="+mn-cs"/>
                          <a:hlinkClick r:id="rId8"/>
                        </a:rPr>
                        <a:t>.u4cse24765@</a:t>
                      </a:r>
                      <a:r>
                        <a:rPr lang="en-IN" sz="1500" b="0" i="0" u="sng" strike="noStrike" kern="1200" dirty="0">
                          <a:solidFill>
                            <a:schemeClr val="tx1"/>
                          </a:solidFill>
                          <a:effectLst/>
                          <a:latin typeface="+mj-lt"/>
                          <a:ea typeface="+mn-ea"/>
                          <a:cs typeface="+mn-cs"/>
                          <a:hlinkClick r:id="rId8"/>
                        </a:rPr>
                        <a:t>cb.students.amrita.edu</a:t>
                      </a:r>
                      <a:r>
                        <a:rPr lang="en-IN" sz="1500" b="0" i="0" kern="1200" dirty="0">
                          <a:solidFill>
                            <a:schemeClr val="tx1"/>
                          </a:solidFill>
                          <a:effectLst/>
                          <a:latin typeface="+mj-lt"/>
                          <a:ea typeface="+mn-ea"/>
                          <a:cs typeface="+mn-cs"/>
                        </a:rPr>
                        <a:t>​</a:t>
                      </a:r>
                      <a:endParaRPr lang="en-IN" sz="1500" b="1" kern="1200" dirty="0">
                        <a:solidFill>
                          <a:schemeClr val="tx1"/>
                        </a:solidFill>
                        <a:latin typeface="+mj-lt"/>
                        <a:ea typeface="Calibri Bold" panose="020F0702030404030204" pitchFamily="34" charset="0"/>
                        <a:cs typeface="Calibri Bold" panose="020F0702030404030204" pitchFamily="34" charset="0"/>
                      </a:endParaRPr>
                    </a:p>
                  </a:txBody>
                  <a:tcPr/>
                </a:tc>
                <a:tc>
                  <a:txBody>
                    <a:bodyPr/>
                    <a:lstStyle/>
                    <a:p>
                      <a:pPr algn="ctr">
                        <a:lnSpc>
                          <a:spcPct val="200000"/>
                        </a:lnSpc>
                      </a:pPr>
                      <a:r>
                        <a:rPr lang="en-IN" sz="1800" dirty="0">
                          <a:latin typeface="+mj-lt"/>
                        </a:rPr>
                        <a:t>8247408969</a:t>
                      </a:r>
                    </a:p>
                  </a:txBody>
                  <a:tcPr/>
                </a:tc>
                <a:extLst>
                  <a:ext uri="{0D108BD9-81ED-4DB2-BD59-A6C34878D82A}">
                    <a16:rowId xmlns:a16="http://schemas.microsoft.com/office/drawing/2014/main" val="4215967144"/>
                  </a:ext>
                </a:extLst>
              </a:tr>
            </a:tbl>
          </a:graphicData>
        </a:graphic>
      </p:graphicFrame>
    </p:spTree>
    <p:extLst>
      <p:ext uri="{BB962C8B-B14F-4D97-AF65-F5344CB8AC3E}">
        <p14:creationId xmlns:p14="http://schemas.microsoft.com/office/powerpoint/2010/main" val="3947797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F1CE32-8478-355E-BF30-B53A86663498}"/>
              </a:ext>
            </a:extLst>
          </p:cNvPr>
          <p:cNvSpPr>
            <a:spLocks noGrp="1"/>
          </p:cNvSpPr>
          <p:nvPr>
            <p:ph idx="1"/>
          </p:nvPr>
        </p:nvSpPr>
        <p:spPr>
          <a:xfrm>
            <a:off x="511277" y="98323"/>
            <a:ext cx="11169445" cy="5397910"/>
          </a:xfrm>
        </p:spPr>
        <p:txBody>
          <a:bodyPr>
            <a:normAutofit/>
          </a:bodyPr>
          <a:lstStyle/>
          <a:p>
            <a:pPr marL="0" indent="0">
              <a:buNone/>
            </a:pPr>
            <a:r>
              <a:rPr lang="en-IN" sz="2500" dirty="0">
                <a:solidFill>
                  <a:srgbClr val="002060"/>
                </a:solidFill>
                <a:latin typeface="Perpetua Titling MT Bold" panose="02020802060505020804" pitchFamily="18" charset="0"/>
              </a:rPr>
              <a:t>			    COLLABORATOR DETAILS</a:t>
            </a:r>
          </a:p>
        </p:txBody>
      </p:sp>
      <p:graphicFrame>
        <p:nvGraphicFramePr>
          <p:cNvPr id="5" name="Table 4">
            <a:extLst>
              <a:ext uri="{FF2B5EF4-FFF2-40B4-BE49-F238E27FC236}">
                <a16:creationId xmlns:a16="http://schemas.microsoft.com/office/drawing/2014/main" id="{20C09C8D-D692-4F2B-3042-EB3743342C03}"/>
              </a:ext>
            </a:extLst>
          </p:cNvPr>
          <p:cNvGraphicFramePr>
            <a:graphicFrameLocks noGrp="1"/>
          </p:cNvGraphicFramePr>
          <p:nvPr>
            <p:extLst>
              <p:ext uri="{D42A27DB-BD31-4B8C-83A1-F6EECF244321}">
                <p14:modId xmlns:p14="http://schemas.microsoft.com/office/powerpoint/2010/main" val="2231776893"/>
              </p:ext>
            </p:extLst>
          </p:nvPr>
        </p:nvGraphicFramePr>
        <p:xfrm>
          <a:off x="935537" y="517431"/>
          <a:ext cx="10320923" cy="5636664"/>
        </p:xfrm>
        <a:graphic>
          <a:graphicData uri="http://schemas.openxmlformats.org/drawingml/2006/table">
            <a:tbl>
              <a:tblPr firstRow="1" bandRow="1">
                <a:tableStyleId>{5940675A-B579-460E-94D1-54222C63F5DA}</a:tableStyleId>
              </a:tblPr>
              <a:tblGrid>
                <a:gridCol w="3264309">
                  <a:extLst>
                    <a:ext uri="{9D8B030D-6E8A-4147-A177-3AD203B41FA5}">
                      <a16:colId xmlns:a16="http://schemas.microsoft.com/office/drawing/2014/main" val="3286874912"/>
                    </a:ext>
                  </a:extLst>
                </a:gridCol>
                <a:gridCol w="3533388">
                  <a:extLst>
                    <a:ext uri="{9D8B030D-6E8A-4147-A177-3AD203B41FA5}">
                      <a16:colId xmlns:a16="http://schemas.microsoft.com/office/drawing/2014/main" val="2937969948"/>
                    </a:ext>
                  </a:extLst>
                </a:gridCol>
                <a:gridCol w="3523226">
                  <a:extLst>
                    <a:ext uri="{9D8B030D-6E8A-4147-A177-3AD203B41FA5}">
                      <a16:colId xmlns:a16="http://schemas.microsoft.com/office/drawing/2014/main" val="2822715620"/>
                    </a:ext>
                  </a:extLst>
                </a:gridCol>
              </a:tblGrid>
              <a:tr h="424584">
                <a:tc>
                  <a:txBody>
                    <a:bodyPr/>
                    <a:lstStyle/>
                    <a:p>
                      <a:pPr algn="ctr"/>
                      <a:r>
                        <a:rPr lang="en-IN" sz="1900" b="1" dirty="0">
                          <a:latin typeface="Calibri Bold" panose="020F0702030404030204" pitchFamily="34" charset="0"/>
                          <a:ea typeface="Calibri Bold" panose="020F0702030404030204" pitchFamily="34" charset="0"/>
                          <a:cs typeface="Calibri Bold" panose="020F0702030404030204" pitchFamily="34" charset="0"/>
                        </a:rPr>
                        <a:t>COLLABORATOR CATEGORY</a:t>
                      </a:r>
                    </a:p>
                  </a:txBody>
                  <a:tcPr/>
                </a:tc>
                <a:tc>
                  <a:txBody>
                    <a:bodyPr/>
                    <a:lstStyle/>
                    <a:p>
                      <a:pPr algn="ctr"/>
                      <a:r>
                        <a:rPr lang="en-IN" sz="1900" b="1" dirty="0">
                          <a:latin typeface="Calibri Bold" panose="020F0702030404030204" pitchFamily="34" charset="0"/>
                          <a:ea typeface="Calibri Bold" panose="020F0702030404030204" pitchFamily="34" charset="0"/>
                          <a:cs typeface="Calibri Bold" panose="020F0702030404030204" pitchFamily="34" charset="0"/>
                        </a:rPr>
                        <a:t>ROLE &amp; EXPERTISE</a:t>
                      </a:r>
                    </a:p>
                  </a:txBody>
                  <a:tcPr/>
                </a:tc>
                <a:tc>
                  <a:txBody>
                    <a:bodyPr/>
                    <a:lstStyle/>
                    <a:p>
                      <a:pPr algn="ctr"/>
                      <a:r>
                        <a:rPr lang="en-IN" sz="1900" b="1" dirty="0">
                          <a:latin typeface="Calibri Bold" panose="020F0702030404030204" pitchFamily="34" charset="0"/>
                          <a:ea typeface="Calibri Bold" panose="020F0702030404030204" pitchFamily="34" charset="0"/>
                          <a:cs typeface="Calibri Bold" panose="020F0702030404030204" pitchFamily="34" charset="0"/>
                        </a:rPr>
                        <a:t>SPECIFIC RESPONSIBILITY </a:t>
                      </a:r>
                    </a:p>
                  </a:txBody>
                  <a:tcPr/>
                </a:tc>
                <a:extLst>
                  <a:ext uri="{0D108BD9-81ED-4DB2-BD59-A6C34878D82A}">
                    <a16:rowId xmlns:a16="http://schemas.microsoft.com/office/drawing/2014/main" val="582938497"/>
                  </a:ext>
                </a:extLst>
              </a:tr>
              <a:tr h="424584">
                <a:tc rowSpan="4">
                  <a:txBody>
                    <a:bodyPr/>
                    <a:lstStyle/>
                    <a:p>
                      <a:pPr marL="0" marR="0" lvl="0" indent="0" algn="ctr" defTabSz="914400" rtl="0" eaLnBrk="1" fontAlgn="auto" latinLnBrk="0" hangingPunct="1">
                        <a:lnSpc>
                          <a:spcPct val="300000"/>
                        </a:lnSpc>
                        <a:spcBef>
                          <a:spcPts val="0"/>
                        </a:spcBef>
                        <a:spcAft>
                          <a:spcPts val="0"/>
                        </a:spcAft>
                        <a:buClrTx/>
                        <a:buSzTx/>
                        <a:buFontTx/>
                        <a:buNone/>
                        <a:tabLst/>
                        <a:defRPr/>
                      </a:pPr>
                      <a:r>
                        <a:rPr lang="en-IN" sz="1900" b="1" dirty="0">
                          <a:latin typeface="Calibri Bold" panose="020F0702030404030204" pitchFamily="34" charset="0"/>
                          <a:ea typeface="Calibri Bold" panose="020F0702030404030204" pitchFamily="34" charset="0"/>
                          <a:cs typeface="Calibri Bold" panose="020F0702030404030204" pitchFamily="34" charset="0"/>
                        </a:rPr>
                        <a:t>TECHNICAL TEAM</a:t>
                      </a:r>
                    </a:p>
                  </a:txBody>
                  <a:tcPr/>
                </a:tc>
                <a:tc>
                  <a:txBody>
                    <a:bodyPr/>
                    <a:lstStyle/>
                    <a:p>
                      <a:pPr algn="ctr"/>
                      <a:r>
                        <a:rPr lang="en-IN" sz="1400" dirty="0">
                          <a:latin typeface="Calibri Light (Headings)"/>
                          <a:ea typeface="Calibri Light" panose="020F0302020204030204" pitchFamily="34" charset="0"/>
                          <a:cs typeface="Calibri Light" panose="020F0302020204030204" pitchFamily="34" charset="0"/>
                        </a:rPr>
                        <a:t>Frontend &amp; UI/UX Developer</a:t>
                      </a:r>
                    </a:p>
                    <a:p>
                      <a:pPr algn="ctr"/>
                      <a:r>
                        <a:rPr lang="en-IN" sz="1400" dirty="0">
                          <a:latin typeface="Calibri Light (Headings)"/>
                          <a:ea typeface="Calibri Light" panose="020F0302020204030204" pitchFamily="34" charset="0"/>
                          <a:cs typeface="Calibri Light" panose="020F0302020204030204" pitchFamily="34" charset="0"/>
                        </a:rPr>
                        <a:t>(</a:t>
                      </a:r>
                      <a:r>
                        <a:rPr lang="en-IN" sz="1400" b="1" dirty="0">
                          <a:latin typeface="Calibri Light (Headings)"/>
                          <a:ea typeface="Calibri Light" panose="020F0302020204030204" pitchFamily="34" charset="0"/>
                          <a:cs typeface="Calibri Light" panose="020F0302020204030204" pitchFamily="34" charset="0"/>
                        </a:rPr>
                        <a:t>Joy</a:t>
                      </a:r>
                      <a:r>
                        <a:rPr lang="en-IN" sz="1400" dirty="0">
                          <a:latin typeface="Calibri Light (Headings)"/>
                          <a:ea typeface="Calibri Light" panose="020F0302020204030204" pitchFamily="34" charset="0"/>
                          <a:cs typeface="Calibri Light" panose="020F0302020204030204" pitchFamily="34" charset="0"/>
                        </a:rPr>
                        <a:t>)</a:t>
                      </a:r>
                    </a:p>
                  </a:txBody>
                  <a:tcPr/>
                </a:tc>
                <a:tc>
                  <a:txBody>
                    <a:bodyPr/>
                    <a:lstStyle/>
                    <a:p>
                      <a:pPr algn="just"/>
                      <a:r>
                        <a:rPr lang="en-IN" sz="1400" dirty="0">
                          <a:latin typeface="+mj-lt"/>
                        </a:rPr>
                        <a:t>Designs the user interface, report upload module, multilingual interface, dashboards, and report comparison screens using React.js.</a:t>
                      </a:r>
                    </a:p>
                  </a:txBody>
                  <a:tcPr/>
                </a:tc>
                <a:extLst>
                  <a:ext uri="{0D108BD9-81ED-4DB2-BD59-A6C34878D82A}">
                    <a16:rowId xmlns:a16="http://schemas.microsoft.com/office/drawing/2014/main" val="1671221608"/>
                  </a:ext>
                </a:extLst>
              </a:tr>
              <a:tr h="424584">
                <a:tc vMerge="1">
                  <a:txBody>
                    <a:bodyPr/>
                    <a:lstStyle/>
                    <a:p>
                      <a:endParaRPr lang="en-IN" dirty="0"/>
                    </a:p>
                  </a:txBody>
                  <a:tcPr/>
                </a:tc>
                <a:tc>
                  <a:txBody>
                    <a:bodyPr/>
                    <a:lstStyle/>
                    <a:p>
                      <a:pPr algn="ctr"/>
                      <a:r>
                        <a:rPr lang="en-IN" sz="1400" dirty="0">
                          <a:latin typeface="+mj-lt"/>
                        </a:rPr>
                        <a:t>Backend &amp; AI/LLM Integration Developer</a:t>
                      </a:r>
                    </a:p>
                    <a:p>
                      <a:pPr algn="ctr"/>
                      <a:r>
                        <a:rPr lang="en-IN" sz="1500" dirty="0">
                          <a:latin typeface="+mj-lt"/>
                        </a:rPr>
                        <a:t>(</a:t>
                      </a:r>
                      <a:r>
                        <a:rPr lang="en-IN" sz="1500" b="1" dirty="0">
                          <a:latin typeface="+mj-lt"/>
                        </a:rPr>
                        <a:t>Yoshitha</a:t>
                      </a:r>
                      <a:r>
                        <a:rPr lang="en-IN" sz="1500" dirty="0">
                          <a:latin typeface="+mj-lt"/>
                        </a:rPr>
                        <a:t>)</a:t>
                      </a:r>
                    </a:p>
                  </a:txBody>
                  <a:tcPr/>
                </a:tc>
                <a:tc>
                  <a:txBody>
                    <a:bodyPr/>
                    <a:lstStyle/>
                    <a:p>
                      <a:pPr algn="just"/>
                      <a:r>
                        <a:rPr lang="en-IN" sz="1400" dirty="0">
                          <a:latin typeface="+mj-lt"/>
                        </a:rPr>
                        <a:t>Develops FastAPI backend, integrates NLP, LLM, Generative AI and RAG models, and manages API communication.</a:t>
                      </a:r>
                    </a:p>
                  </a:txBody>
                  <a:tcPr/>
                </a:tc>
                <a:extLst>
                  <a:ext uri="{0D108BD9-81ED-4DB2-BD59-A6C34878D82A}">
                    <a16:rowId xmlns:a16="http://schemas.microsoft.com/office/drawing/2014/main" val="3755906437"/>
                  </a:ext>
                </a:extLst>
              </a:tr>
              <a:tr h="424584">
                <a:tc vMerge="1">
                  <a:txBody>
                    <a:bodyPr/>
                    <a:lstStyle/>
                    <a:p>
                      <a:endParaRPr lang="en-IN" dirty="0"/>
                    </a:p>
                  </a:txBody>
                  <a:tcPr/>
                </a:tc>
                <a:tc>
                  <a:txBody>
                    <a:bodyPr/>
                    <a:lstStyle/>
                    <a:p>
                      <a:pPr algn="ctr"/>
                      <a:r>
                        <a:rPr lang="en-IN" sz="1400" dirty="0">
                          <a:latin typeface="+mj-lt"/>
                        </a:rPr>
                        <a:t>Data Engineering &amp; Database Developer</a:t>
                      </a:r>
                    </a:p>
                    <a:p>
                      <a:pPr algn="ctr"/>
                      <a:r>
                        <a:rPr lang="en-IN" sz="1400" dirty="0">
                          <a:latin typeface="+mj-lt"/>
                        </a:rPr>
                        <a:t>(</a:t>
                      </a:r>
                      <a:r>
                        <a:rPr lang="en-IN" sz="1400" b="1" dirty="0">
                          <a:latin typeface="+mj-lt"/>
                        </a:rPr>
                        <a:t>Krishna</a:t>
                      </a:r>
                      <a:r>
                        <a:rPr lang="en-IN" sz="1400" dirty="0">
                          <a:latin typeface="+mj-lt"/>
                        </a:rPr>
                        <a:t>)</a:t>
                      </a:r>
                    </a:p>
                  </a:txBody>
                  <a:tcPr/>
                </a:tc>
                <a:tc>
                  <a:txBody>
                    <a:bodyPr/>
                    <a:lstStyle/>
                    <a:p>
                      <a:pPr algn="just"/>
                      <a:r>
                        <a:rPr lang="en-IN" sz="1400" dirty="0">
                          <a:latin typeface="+mj-lt"/>
                        </a:rPr>
                        <a:t>Creates and preprocesses the dataset, designs the database, manages report storage, retrieval, and data annotation.</a:t>
                      </a:r>
                    </a:p>
                  </a:txBody>
                  <a:tcPr/>
                </a:tc>
                <a:extLst>
                  <a:ext uri="{0D108BD9-81ED-4DB2-BD59-A6C34878D82A}">
                    <a16:rowId xmlns:a16="http://schemas.microsoft.com/office/drawing/2014/main" val="415294498"/>
                  </a:ext>
                </a:extLst>
              </a:tr>
              <a:tr h="424584">
                <a:tc vMerge="1">
                  <a:txBody>
                    <a:bodyPr/>
                    <a:lstStyle/>
                    <a:p>
                      <a:endParaRPr lang="en-IN" dirty="0"/>
                    </a:p>
                  </a:txBody>
                  <a:tcPr/>
                </a:tc>
                <a:tc>
                  <a:txBody>
                    <a:bodyPr/>
                    <a:lstStyle/>
                    <a:p>
                      <a:pPr algn="ctr"/>
                      <a:r>
                        <a:rPr lang="en-IN" sz="1400" dirty="0">
                          <a:latin typeface="+mj-lt"/>
                        </a:rPr>
                        <a:t>AI Model Evaluation &amp; Knowledge Base Developer</a:t>
                      </a:r>
                    </a:p>
                    <a:p>
                      <a:pPr algn="ctr"/>
                      <a:r>
                        <a:rPr lang="en-IN" sz="1400" dirty="0">
                          <a:latin typeface="+mj-lt"/>
                        </a:rPr>
                        <a:t>(</a:t>
                      </a:r>
                      <a:r>
                        <a:rPr lang="en-IN" sz="1400" b="1" dirty="0">
                          <a:latin typeface="+mj-lt"/>
                        </a:rPr>
                        <a:t>Harsha</a:t>
                      </a:r>
                      <a:r>
                        <a:rPr lang="en-IN" sz="1400" dirty="0">
                          <a:latin typeface="+mj-lt"/>
                        </a:rPr>
                        <a:t>)</a:t>
                      </a:r>
                    </a:p>
                  </a:txBody>
                  <a:tcPr/>
                </a:tc>
                <a:tc>
                  <a:txBody>
                    <a:bodyPr/>
                    <a:lstStyle/>
                    <a:p>
                      <a:pPr algn="just"/>
                      <a:r>
                        <a:rPr lang="en-IN" sz="1400" dirty="0">
                          <a:latin typeface="+mj-lt"/>
                        </a:rPr>
                        <a:t>Builds the RAG knowledge base, evaluates AI model performance, validates generated summaries and abnormality interpretations, and performs system testing.</a:t>
                      </a:r>
                    </a:p>
                  </a:txBody>
                  <a:tcPr/>
                </a:tc>
                <a:extLst>
                  <a:ext uri="{0D108BD9-81ED-4DB2-BD59-A6C34878D82A}">
                    <a16:rowId xmlns:a16="http://schemas.microsoft.com/office/drawing/2014/main" val="94072583"/>
                  </a:ext>
                </a:extLst>
              </a:tr>
              <a:tr h="424584">
                <a:tc rowSpan="4">
                  <a:txBody>
                    <a:bodyPr/>
                    <a:lstStyle/>
                    <a:p>
                      <a:pPr marL="0" marR="0" lvl="0" indent="0" algn="ctr" defTabSz="914400" rtl="0" eaLnBrk="1" fontAlgn="auto" latinLnBrk="0" hangingPunct="1">
                        <a:lnSpc>
                          <a:spcPct val="300000"/>
                        </a:lnSpc>
                        <a:spcBef>
                          <a:spcPts val="0"/>
                        </a:spcBef>
                        <a:spcAft>
                          <a:spcPts val="0"/>
                        </a:spcAft>
                        <a:buClrTx/>
                        <a:buSzTx/>
                        <a:buFontTx/>
                        <a:buNone/>
                        <a:tabLst/>
                        <a:defRPr/>
                      </a:pPr>
                      <a:r>
                        <a:rPr lang="en-IN" sz="1900" b="1" dirty="0">
                          <a:latin typeface="Calibri Bold" panose="020F0702030404030204" pitchFamily="34" charset="0"/>
                          <a:ea typeface="Calibri Bold" panose="020F0702030404030204" pitchFamily="34" charset="0"/>
                          <a:cs typeface="Calibri Bold" panose="020F0702030404030204" pitchFamily="34" charset="0"/>
                        </a:rPr>
                        <a:t>OPERATIONAL STAKEHOLDERS</a:t>
                      </a:r>
                      <a:endParaRPr lang="en-IN" sz="1900" b="1" dirty="0"/>
                    </a:p>
                  </a:txBody>
                  <a:tcPr/>
                </a:tc>
                <a:tc>
                  <a:txBody>
                    <a:bodyPr/>
                    <a:lstStyle/>
                    <a:p>
                      <a:pPr algn="ctr"/>
                      <a:r>
                        <a:rPr lang="en-IN" sz="1400" dirty="0">
                          <a:latin typeface="+mj-lt"/>
                        </a:rPr>
                        <a:t>Patients</a:t>
                      </a:r>
                    </a:p>
                  </a:txBody>
                  <a:tcPr/>
                </a:tc>
                <a:tc>
                  <a:txBody>
                    <a:bodyPr/>
                    <a:lstStyle/>
                    <a:p>
                      <a:pPr algn="just"/>
                      <a:r>
                        <a:rPr lang="en-IN" sz="1400" dirty="0">
                          <a:latin typeface="+mj-lt"/>
                        </a:rPr>
                        <a:t>Provide reports and feedback on AI-generated explanations.</a:t>
                      </a:r>
                    </a:p>
                  </a:txBody>
                  <a:tcPr/>
                </a:tc>
                <a:extLst>
                  <a:ext uri="{0D108BD9-81ED-4DB2-BD59-A6C34878D82A}">
                    <a16:rowId xmlns:a16="http://schemas.microsoft.com/office/drawing/2014/main" val="2676835581"/>
                  </a:ext>
                </a:extLst>
              </a:tr>
              <a:tr h="424584">
                <a:tc vMerge="1">
                  <a:txBody>
                    <a:bodyPr/>
                    <a:lstStyle/>
                    <a:p>
                      <a:endParaRPr lang="en-IN" dirty="0"/>
                    </a:p>
                  </a:txBody>
                  <a:tcPr/>
                </a:tc>
                <a:tc>
                  <a:txBody>
                    <a:bodyPr/>
                    <a:lstStyle/>
                    <a:p>
                      <a:pPr algn="ctr"/>
                      <a:r>
                        <a:rPr lang="en-IN" sz="1400" dirty="0">
                          <a:latin typeface="+mj-lt"/>
                        </a:rPr>
                        <a:t>Healthcare professionals</a:t>
                      </a:r>
                    </a:p>
                  </a:txBody>
                  <a:tcPr/>
                </a:tc>
                <a:tc>
                  <a:txBody>
                    <a:bodyPr/>
                    <a:lstStyle/>
                    <a:p>
                      <a:pPr algn="just"/>
                      <a:r>
                        <a:rPr lang="en-IN" sz="1400" dirty="0">
                          <a:latin typeface="+mj-lt"/>
                        </a:rPr>
                        <a:t>Validate AI interpretations and provide clinical expertise.</a:t>
                      </a:r>
                    </a:p>
                  </a:txBody>
                  <a:tcPr/>
                </a:tc>
                <a:extLst>
                  <a:ext uri="{0D108BD9-81ED-4DB2-BD59-A6C34878D82A}">
                    <a16:rowId xmlns:a16="http://schemas.microsoft.com/office/drawing/2014/main" val="2567515475"/>
                  </a:ext>
                </a:extLst>
              </a:tr>
              <a:tr h="424584">
                <a:tc vMerge="1">
                  <a:txBody>
                    <a:bodyPr/>
                    <a:lstStyle/>
                    <a:p>
                      <a:endParaRPr lang="en-IN" dirty="0"/>
                    </a:p>
                  </a:txBody>
                  <a:tcPr/>
                </a:tc>
                <a:tc>
                  <a:txBody>
                    <a:bodyPr/>
                    <a:lstStyle/>
                    <a:p>
                      <a:pPr algn="ctr"/>
                      <a:r>
                        <a:rPr lang="en-IN" sz="1400" dirty="0">
                          <a:latin typeface="+mj-lt"/>
                        </a:rPr>
                        <a:t>Academic Mentor/Project Guide</a:t>
                      </a:r>
                    </a:p>
                  </a:txBody>
                  <a:tcPr/>
                </a:tc>
                <a:tc>
                  <a:txBody>
                    <a:bodyPr/>
                    <a:lstStyle/>
                    <a:p>
                      <a:pPr algn="just"/>
                      <a:r>
                        <a:rPr lang="en-IN" sz="1400" dirty="0">
                          <a:latin typeface="+mj-lt"/>
                        </a:rPr>
                        <a:t>Guide, review, and validate project development.</a:t>
                      </a:r>
                    </a:p>
                  </a:txBody>
                  <a:tcPr/>
                </a:tc>
                <a:extLst>
                  <a:ext uri="{0D108BD9-81ED-4DB2-BD59-A6C34878D82A}">
                    <a16:rowId xmlns:a16="http://schemas.microsoft.com/office/drawing/2014/main" val="3044862938"/>
                  </a:ext>
                </a:extLst>
              </a:tr>
              <a:tr h="424584">
                <a:tc vMerge="1">
                  <a:txBody>
                    <a:bodyPr/>
                    <a:lstStyle/>
                    <a:p>
                      <a:endParaRPr lang="en-IN" dirty="0"/>
                    </a:p>
                  </a:txBody>
                  <a:tcPr/>
                </a:tc>
                <a:tc>
                  <a:txBody>
                    <a:bodyPr/>
                    <a:lstStyle/>
                    <a:p>
                      <a:pPr algn="ctr"/>
                      <a:r>
                        <a:rPr lang="en-IN" sz="1400" dirty="0">
                          <a:latin typeface="+mj-lt"/>
                        </a:rPr>
                        <a:t>Hospitals/Diagnostic Laboratories</a:t>
                      </a:r>
                    </a:p>
                  </a:txBody>
                  <a:tcPr/>
                </a:tc>
                <a:tc>
                  <a:txBody>
                    <a:bodyPr/>
                    <a:lstStyle/>
                    <a:p>
                      <a:pPr algn="just"/>
                      <a:r>
                        <a:rPr lang="en-IN" sz="1400" dirty="0">
                          <a:latin typeface="+mj-lt"/>
                        </a:rPr>
                        <a:t>Provide report formats and support dataset development.</a:t>
                      </a:r>
                    </a:p>
                  </a:txBody>
                  <a:tcPr/>
                </a:tc>
                <a:extLst>
                  <a:ext uri="{0D108BD9-81ED-4DB2-BD59-A6C34878D82A}">
                    <a16:rowId xmlns:a16="http://schemas.microsoft.com/office/drawing/2014/main" val="1096200734"/>
                  </a:ext>
                </a:extLst>
              </a:tr>
            </a:tbl>
          </a:graphicData>
        </a:graphic>
      </p:graphicFrame>
    </p:spTree>
    <p:extLst>
      <p:ext uri="{BB962C8B-B14F-4D97-AF65-F5344CB8AC3E}">
        <p14:creationId xmlns:p14="http://schemas.microsoft.com/office/powerpoint/2010/main" val="4141349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2F659C-6440-55B1-B804-88BB5063BF40}"/>
              </a:ext>
            </a:extLst>
          </p:cNvPr>
          <p:cNvSpPr>
            <a:spLocks noGrp="1"/>
          </p:cNvSpPr>
          <p:nvPr>
            <p:ph idx="1"/>
          </p:nvPr>
        </p:nvSpPr>
        <p:spPr>
          <a:xfrm>
            <a:off x="713014" y="623295"/>
            <a:ext cx="10765971" cy="5000756"/>
          </a:xfrm>
        </p:spPr>
        <p:txBody>
          <a:bodyPr>
            <a:normAutofit/>
          </a:bodyPr>
          <a:lstStyle/>
          <a:p>
            <a:pPr marL="0" indent="0">
              <a:buNone/>
            </a:pPr>
            <a:r>
              <a:rPr lang="en-IN" sz="2500" dirty="0">
                <a:solidFill>
                  <a:srgbClr val="002060"/>
                </a:solidFill>
                <a:latin typeface="Perpetua Titling MT Bold" panose="02020802060505020804" pitchFamily="18" charset="0"/>
              </a:rPr>
              <a:t>ABSTRACT</a:t>
            </a:r>
          </a:p>
          <a:p>
            <a:pPr marL="0" indent="0" algn="just">
              <a:lnSpc>
                <a:spcPct val="150000"/>
              </a:lnSpc>
              <a:buNone/>
            </a:pPr>
            <a:r>
              <a:rPr lang="en-IN" sz="1600" dirty="0">
                <a:solidFill>
                  <a:srgbClr val="B30F48"/>
                </a:solidFill>
                <a:latin typeface="Arial Rounded MT Bold" panose="020F0704030504030204" pitchFamily="34" charset="0"/>
              </a:rPr>
              <a:t>THE VISION: </a:t>
            </a:r>
            <a:r>
              <a:rPr lang="en-IN" sz="1600" b="1" dirty="0">
                <a:latin typeface="Candara Light" panose="020E0502030303020204" pitchFamily="34" charset="0"/>
              </a:rPr>
              <a:t>To make medical reports easy to understand and accessible for everyone through AI-powered, patient-centric healthcare solutions.</a:t>
            </a:r>
          </a:p>
          <a:p>
            <a:pPr marL="0" indent="0" algn="just">
              <a:lnSpc>
                <a:spcPct val="150000"/>
              </a:lnSpc>
              <a:buNone/>
            </a:pPr>
            <a:r>
              <a:rPr lang="en-IN" sz="1600" dirty="0">
                <a:solidFill>
                  <a:srgbClr val="B30F48"/>
                </a:solidFill>
                <a:latin typeface="Arial Rounded MT Bold" panose="020F0704030504030204" pitchFamily="34" charset="0"/>
              </a:rPr>
              <a:t>THE INNOVATION: </a:t>
            </a:r>
            <a:r>
              <a:rPr lang="en-IN" sz="1700" b="1" dirty="0">
                <a:latin typeface="Candara Light" panose="020E0502030303020204" pitchFamily="34" charset="0"/>
              </a:rPr>
              <a:t>The product combines NLP, Large Language Models (LLMs), Generative AI, and Retrieval-Augmented Generation (RAG) to provide dual-mode report summaries, multilingual explanations, health trend analysis, and abnormality interpretation within a single intelligent platform.</a:t>
            </a:r>
          </a:p>
          <a:p>
            <a:pPr marL="0" indent="0" algn="just">
              <a:lnSpc>
                <a:spcPct val="150000"/>
              </a:lnSpc>
              <a:buNone/>
            </a:pPr>
            <a:r>
              <a:rPr lang="en-IN" sz="1600" dirty="0">
                <a:solidFill>
                  <a:srgbClr val="B30F48"/>
                </a:solidFill>
                <a:latin typeface="Arial Rounded MT Bold" panose="020F0704030504030204" pitchFamily="34" charset="0"/>
              </a:rPr>
              <a:t>THE IMPACT:</a:t>
            </a:r>
          </a:p>
          <a:p>
            <a:pPr algn="just">
              <a:lnSpc>
                <a:spcPct val="100000"/>
              </a:lnSpc>
            </a:pPr>
            <a:r>
              <a:rPr lang="en-IN" sz="1600" b="1" dirty="0">
                <a:latin typeface="Candara Light" panose="020E0502030303020204" pitchFamily="34" charset="0"/>
              </a:rPr>
              <a:t>Improves patient’s understanding of medical reports.</a:t>
            </a:r>
          </a:p>
          <a:p>
            <a:pPr algn="just">
              <a:lnSpc>
                <a:spcPct val="100000"/>
              </a:lnSpc>
            </a:pPr>
            <a:r>
              <a:rPr lang="en-IN" sz="1600" b="1" dirty="0">
                <a:latin typeface="Candara Light" panose="020E0502030303020204" pitchFamily="34" charset="0"/>
              </a:rPr>
              <a:t>Enhances communication between patients and healthcare professionals</a:t>
            </a:r>
          </a:p>
          <a:p>
            <a:pPr algn="just">
              <a:lnSpc>
                <a:spcPct val="100000"/>
              </a:lnSpc>
            </a:pPr>
            <a:r>
              <a:rPr lang="en-IN" sz="1600" b="1" dirty="0">
                <a:latin typeface="Candara Light" panose="020E0502030303020204" pitchFamily="34" charset="0"/>
              </a:rPr>
              <a:t>Supports informed healthcare decisions.</a:t>
            </a:r>
          </a:p>
          <a:p>
            <a:pPr algn="just">
              <a:lnSpc>
                <a:spcPct val="100000"/>
              </a:lnSpc>
            </a:pPr>
            <a:r>
              <a:rPr lang="en-IN" sz="1600" b="1" dirty="0">
                <a:latin typeface="Candara Light" panose="020E0502030303020204" pitchFamily="34" charset="0"/>
              </a:rPr>
              <a:t>Reduces the time required to interpret and explain medical reports.</a:t>
            </a:r>
          </a:p>
          <a:p>
            <a:pPr algn="just">
              <a:lnSpc>
                <a:spcPct val="100000"/>
              </a:lnSpc>
            </a:pPr>
            <a:r>
              <a:rPr lang="en-IN" sz="1600" b="1" dirty="0">
                <a:latin typeface="Candara Light" panose="020E0502030303020204" pitchFamily="34" charset="0"/>
              </a:rPr>
              <a:t>Promotes accessible and patient-</a:t>
            </a:r>
            <a:r>
              <a:rPr lang="en-IN" sz="1600" b="1" dirty="0" err="1">
                <a:latin typeface="Candara Light" panose="020E0502030303020204" pitchFamily="34" charset="0"/>
              </a:rPr>
              <a:t>centered</a:t>
            </a:r>
            <a:r>
              <a:rPr lang="en-IN" sz="1600" b="1" dirty="0">
                <a:latin typeface="Candara Light" panose="020E0502030303020204" pitchFamily="34" charset="0"/>
              </a:rPr>
              <a:t> healthcare.</a:t>
            </a:r>
            <a:endParaRPr lang="en-IN" sz="1600" b="1" dirty="0">
              <a:solidFill>
                <a:srgbClr val="B30F48"/>
              </a:solidFill>
              <a:latin typeface="Candara Light" panose="020E0502030303020204" pitchFamily="34" charset="0"/>
            </a:endParaRPr>
          </a:p>
        </p:txBody>
      </p:sp>
    </p:spTree>
    <p:extLst>
      <p:ext uri="{BB962C8B-B14F-4D97-AF65-F5344CB8AC3E}">
        <p14:creationId xmlns:p14="http://schemas.microsoft.com/office/powerpoint/2010/main" val="2766951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BB118F-078A-464D-F6D5-549E4CC9B99A}"/>
              </a:ext>
            </a:extLst>
          </p:cNvPr>
          <p:cNvSpPr>
            <a:spLocks noGrp="1"/>
          </p:cNvSpPr>
          <p:nvPr>
            <p:ph idx="1"/>
          </p:nvPr>
        </p:nvSpPr>
        <p:spPr>
          <a:xfrm>
            <a:off x="838200" y="631165"/>
            <a:ext cx="10515600" cy="4996750"/>
          </a:xfrm>
        </p:spPr>
        <p:txBody>
          <a:bodyPr>
            <a:normAutofit/>
          </a:bodyPr>
          <a:lstStyle/>
          <a:p>
            <a:pPr marL="0" indent="0" algn="just">
              <a:lnSpc>
                <a:spcPct val="150000"/>
              </a:lnSpc>
              <a:buNone/>
            </a:pPr>
            <a:r>
              <a:rPr lang="en-IN" sz="1600" dirty="0">
                <a:solidFill>
                  <a:srgbClr val="B30F48"/>
                </a:solidFill>
                <a:latin typeface="Arial Rounded MT Bold" panose="020F0704030504030204" pitchFamily="34" charset="0"/>
              </a:rPr>
              <a:t>THE PROBLEM</a:t>
            </a:r>
            <a:r>
              <a:rPr lang="en-IN" sz="2000" dirty="0">
                <a:solidFill>
                  <a:srgbClr val="B30F48"/>
                </a:solidFill>
                <a:latin typeface="Arial Rounded MT Bold" panose="020F0704030504030204" pitchFamily="34" charset="0"/>
              </a:rPr>
              <a:t>: </a:t>
            </a:r>
            <a:r>
              <a:rPr lang="en-IN" sz="1600" b="1" dirty="0">
                <a:latin typeface="Candara Light" panose="020E0502030303020204" pitchFamily="34" charset="0"/>
                <a:cs typeface="Arial" panose="020B0604020202020204" pitchFamily="34" charset="0"/>
              </a:rPr>
              <a:t>The complexity of medical reports makes it challenging for patients to interpret their health information. Current AI solutions are largely clinician-centric and provide limited support for patient-oriented explanations, multilingual communication, and report comparison.</a:t>
            </a:r>
            <a:endParaRPr lang="en-IN" sz="1600" dirty="0">
              <a:latin typeface="Candara Light" panose="020E0502030303020204" pitchFamily="34" charset="0"/>
              <a:cs typeface="Arial" panose="020B0604020202020204" pitchFamily="34" charset="0"/>
            </a:endParaRPr>
          </a:p>
          <a:p>
            <a:pPr marL="0" indent="0" algn="just">
              <a:lnSpc>
                <a:spcPct val="150000"/>
              </a:lnSpc>
              <a:buNone/>
            </a:pPr>
            <a:r>
              <a:rPr lang="en-IN" sz="1600" dirty="0">
                <a:solidFill>
                  <a:srgbClr val="B30F48"/>
                </a:solidFill>
                <a:latin typeface="Arial Rounded MT Bold" panose="020F0704030504030204" pitchFamily="34" charset="0"/>
              </a:rPr>
              <a:t>PROPOSED SOLUTION TO ADDRESS: </a:t>
            </a:r>
            <a:r>
              <a:rPr lang="en-IN" sz="1600" b="1" dirty="0">
                <a:latin typeface="Candara Light" panose="020E0502030303020204" pitchFamily="34" charset="0"/>
              </a:rPr>
              <a:t>Develop an AI-powered Medical Report Analyzer (</a:t>
            </a:r>
            <a:r>
              <a:rPr lang="en-IN" sz="1600" b="1" dirty="0">
                <a:latin typeface="Candara" panose="020E0502030303020204" pitchFamily="34" charset="0"/>
              </a:rPr>
              <a:t>MedNarrate</a:t>
            </a:r>
            <a:r>
              <a:rPr lang="en-IN" sz="1600" b="1" dirty="0">
                <a:latin typeface="Candara Light" panose="020E0502030303020204" pitchFamily="34" charset="0"/>
              </a:rPr>
              <a:t>) that analyzes medical reports and generates simple explanations, multilingual summaries, abnormality interpretations, and report comparisons using </a:t>
            </a:r>
            <a:r>
              <a:rPr lang="en-IN" sz="1600" b="1" dirty="0">
                <a:latin typeface="Candara" panose="020E0502030303020204" pitchFamily="34" charset="0"/>
              </a:rPr>
              <a:t>NLP, LLMs, Generative AI, and RAG. </a:t>
            </a:r>
          </a:p>
          <a:p>
            <a:pPr marL="0" indent="0" algn="just">
              <a:lnSpc>
                <a:spcPct val="150000"/>
              </a:lnSpc>
              <a:buNone/>
            </a:pPr>
            <a:r>
              <a:rPr lang="en-IN" sz="1600" dirty="0">
                <a:solidFill>
                  <a:srgbClr val="B30F48"/>
                </a:solidFill>
                <a:latin typeface="Arial Rounded MT Bold" panose="020F0704030504030204" pitchFamily="34" charset="0"/>
              </a:rPr>
              <a:t>HOW THE SOLUTION WORK AND HELP IN SOLVING THE PROBLEM</a:t>
            </a:r>
            <a:r>
              <a:rPr lang="en-IN" sz="2000" dirty="0">
                <a:solidFill>
                  <a:srgbClr val="B30F48"/>
                </a:solidFill>
                <a:latin typeface="Arial Rounded MT Bold" panose="020F0704030504030204" pitchFamily="34" charset="0"/>
              </a:rPr>
              <a:t>: </a:t>
            </a:r>
            <a:r>
              <a:rPr lang="en-IN" sz="1600" b="1" dirty="0">
                <a:latin typeface="Candara Light" panose="020E0502030303020204" pitchFamily="34" charset="0"/>
              </a:rPr>
              <a:t>The user uploads a medical report, which is processed using NLP to extract key medical information. The LLM interprets the report in context, while Generative AI and RAG generate accurate, easy-to-understand explanations. The system highlights abnormal findings, compares previous and current reports to identify health trends, and provides explanations in the user's preferred language. By converting complex medical information into clear, reliable insights, the solution helps patients better understand their health, supports informed discussions with healthcare professionals, and reduces the time spent explaining routine report details</a:t>
            </a:r>
            <a:r>
              <a:rPr lang="en-IN" sz="1600" dirty="0"/>
              <a:t>.</a:t>
            </a:r>
            <a:endParaRPr lang="en-IN" sz="1600" b="1" dirty="0">
              <a:solidFill>
                <a:srgbClr val="002060"/>
              </a:solidFill>
              <a:latin typeface="Candara Light" panose="020E0502030303020204" pitchFamily="34" charset="0"/>
            </a:endParaRPr>
          </a:p>
          <a:p>
            <a:pPr marL="0" indent="0" algn="just">
              <a:lnSpc>
                <a:spcPct val="150000"/>
              </a:lnSpc>
              <a:buNone/>
            </a:pPr>
            <a:endParaRPr lang="en-IN" sz="1600" b="1" dirty="0">
              <a:solidFill>
                <a:srgbClr val="002060"/>
              </a:solidFill>
              <a:latin typeface="Candara Light" panose="020E0502030303020204" pitchFamily="34" charset="0"/>
            </a:endParaRPr>
          </a:p>
        </p:txBody>
      </p:sp>
    </p:spTree>
    <p:extLst>
      <p:ext uri="{BB962C8B-B14F-4D97-AF65-F5344CB8AC3E}">
        <p14:creationId xmlns:p14="http://schemas.microsoft.com/office/powerpoint/2010/main" val="2759715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8A484-5D51-BA23-89BE-1D38C9384F68}"/>
              </a:ext>
            </a:extLst>
          </p:cNvPr>
          <p:cNvSpPr>
            <a:spLocks noGrp="1"/>
          </p:cNvSpPr>
          <p:nvPr>
            <p:ph type="title"/>
          </p:nvPr>
        </p:nvSpPr>
        <p:spPr>
          <a:xfrm>
            <a:off x="1000960" y="1311554"/>
            <a:ext cx="10515600" cy="3526970"/>
          </a:xfrm>
        </p:spPr>
        <p:txBody>
          <a:bodyPr>
            <a:normAutofit/>
          </a:bodyPr>
          <a:lstStyle/>
          <a:p>
            <a:pPr algn="ctr"/>
            <a:r>
              <a:rPr lang="en-IN" sz="6600" b="1" dirty="0">
                <a:solidFill>
                  <a:srgbClr val="002060"/>
                </a:solidFill>
                <a:latin typeface="Perpetua Titling MT Bold" panose="02020802060505020804" pitchFamily="18" charset="0"/>
              </a:rPr>
              <a:t>MedNarrate</a:t>
            </a:r>
            <a:br>
              <a:rPr lang="en-IN" sz="6600" dirty="0">
                <a:solidFill>
                  <a:srgbClr val="002060"/>
                </a:solidFill>
              </a:rPr>
            </a:br>
            <a:r>
              <a:rPr lang="en-IN" sz="4000" b="1" dirty="0">
                <a:solidFill>
                  <a:srgbClr val="002060"/>
                </a:solidFill>
                <a:latin typeface="Perpetua Titling MT Bold" panose="02020802060505020804" pitchFamily="18" charset="0"/>
              </a:rPr>
              <a:t>Medical Reports, Made Simple</a:t>
            </a:r>
            <a:endParaRPr lang="en-IN" sz="6600" b="1" dirty="0">
              <a:solidFill>
                <a:srgbClr val="002060"/>
              </a:solidFill>
              <a:latin typeface="Perpetua Titling MT Bold" panose="02020802060505020804" pitchFamily="18" charset="0"/>
            </a:endParaRPr>
          </a:p>
        </p:txBody>
      </p:sp>
    </p:spTree>
    <p:extLst>
      <p:ext uri="{BB962C8B-B14F-4D97-AF65-F5344CB8AC3E}">
        <p14:creationId xmlns:p14="http://schemas.microsoft.com/office/powerpoint/2010/main" val="264361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B4FEA6-B20A-2A6F-0D87-478A1A74878D}"/>
              </a:ext>
            </a:extLst>
          </p:cNvPr>
          <p:cNvSpPr>
            <a:spLocks noGrp="1"/>
          </p:cNvSpPr>
          <p:nvPr>
            <p:ph idx="1"/>
          </p:nvPr>
        </p:nvSpPr>
        <p:spPr>
          <a:xfrm>
            <a:off x="838200" y="555171"/>
            <a:ext cx="10515600" cy="5127172"/>
          </a:xfrm>
        </p:spPr>
        <p:txBody>
          <a:bodyPr/>
          <a:lstStyle/>
          <a:p>
            <a:pPr marL="0" indent="0">
              <a:buNone/>
            </a:pPr>
            <a:r>
              <a:rPr lang="en-IN" dirty="0">
                <a:solidFill>
                  <a:srgbClr val="B30F48"/>
                </a:solidFill>
                <a:latin typeface="Arial Rounded MT Bold" panose="020F0704030504030204" pitchFamily="34" charset="0"/>
              </a:rPr>
              <a:t>MOTIVATION:</a:t>
            </a:r>
            <a:endParaRPr lang="en-IN" dirty="0"/>
          </a:p>
        </p:txBody>
      </p:sp>
      <p:sp>
        <p:nvSpPr>
          <p:cNvPr id="4" name="TextBox 3">
            <a:extLst>
              <a:ext uri="{FF2B5EF4-FFF2-40B4-BE49-F238E27FC236}">
                <a16:creationId xmlns:a16="http://schemas.microsoft.com/office/drawing/2014/main" id="{E5E3CB9D-C5C0-315A-6D03-74FA33B8C675}"/>
              </a:ext>
            </a:extLst>
          </p:cNvPr>
          <p:cNvSpPr txBox="1"/>
          <p:nvPr/>
        </p:nvSpPr>
        <p:spPr>
          <a:xfrm>
            <a:off x="838200" y="1293644"/>
            <a:ext cx="9922329" cy="5139869"/>
          </a:xfrm>
          <a:prstGeom prst="rect">
            <a:avLst/>
          </a:prstGeom>
          <a:noFill/>
        </p:spPr>
        <p:txBody>
          <a:bodyPr wrap="square">
            <a:spAutoFit/>
          </a:bodyPr>
          <a:lstStyle/>
          <a:p>
            <a:r>
              <a:rPr lang="en-IN" sz="2400" b="1" dirty="0">
                <a:solidFill>
                  <a:srgbClr val="002060"/>
                </a:solidFill>
                <a:latin typeface="Perpetua Titling MT Bold" panose="02020802060505020804" pitchFamily="18" charset="0"/>
              </a:rPr>
              <a:t>Why MedNarrate?</a:t>
            </a:r>
          </a:p>
          <a:p>
            <a:pPr marL="457200" indent="-457200">
              <a:lnSpc>
                <a:spcPct val="200000"/>
              </a:lnSpc>
              <a:buFont typeface="Wingdings" panose="05000000000000000000" pitchFamily="2" charset="2"/>
              <a:buChar char="§"/>
            </a:pPr>
            <a:r>
              <a:rPr lang="en-IN" sz="2400" dirty="0"/>
              <a:t>Promote patient-centered healthcare</a:t>
            </a:r>
          </a:p>
          <a:p>
            <a:pPr marL="457200" indent="-457200">
              <a:lnSpc>
                <a:spcPct val="200000"/>
              </a:lnSpc>
              <a:buFont typeface="Wingdings" panose="05000000000000000000" pitchFamily="2" charset="2"/>
              <a:buChar char="§"/>
            </a:pPr>
            <a:r>
              <a:rPr lang="en-IN" sz="2400" dirty="0"/>
              <a:t>Improve health literacy</a:t>
            </a:r>
          </a:p>
          <a:p>
            <a:pPr marL="457200" indent="-457200">
              <a:lnSpc>
                <a:spcPct val="200000"/>
              </a:lnSpc>
              <a:buFont typeface="Wingdings" panose="05000000000000000000" pitchFamily="2" charset="2"/>
              <a:buChar char="§"/>
            </a:pPr>
            <a:r>
              <a:rPr lang="en-IN" sz="2400" dirty="0"/>
              <a:t>Support informed healthcare decisions</a:t>
            </a:r>
          </a:p>
          <a:p>
            <a:pPr marL="457200" indent="-457200">
              <a:lnSpc>
                <a:spcPct val="200000"/>
              </a:lnSpc>
              <a:buFont typeface="Wingdings" panose="05000000000000000000" pitchFamily="2" charset="2"/>
              <a:buChar char="§"/>
            </a:pPr>
            <a:r>
              <a:rPr lang="en-IN" sz="2400" dirty="0"/>
              <a:t>Enhance doctor–patient communication</a:t>
            </a:r>
          </a:p>
          <a:p>
            <a:pPr marL="457200" indent="-457200">
              <a:lnSpc>
                <a:spcPct val="200000"/>
              </a:lnSpc>
              <a:buFont typeface="Wingdings" panose="05000000000000000000" pitchFamily="2" charset="2"/>
              <a:buChar char="§"/>
            </a:pPr>
            <a:r>
              <a:rPr lang="en-IN" sz="2400" dirty="0"/>
              <a:t>Utilize NLP, LLMs, and Generative AI for accessible healthcare</a:t>
            </a:r>
            <a:endParaRPr lang="en-IN" sz="2400" b="1" dirty="0">
              <a:latin typeface="Candara Light" panose="020E0502030303020204" pitchFamily="34" charset="0"/>
            </a:endParaRPr>
          </a:p>
          <a:p>
            <a:pPr>
              <a:buFont typeface="Arial" panose="020B0604020202020204" pitchFamily="34" charset="0"/>
              <a:buChar char="•"/>
            </a:pPr>
            <a:endParaRPr lang="en-IN" sz="3200" b="1" dirty="0">
              <a:latin typeface="Candara Light" panose="020E0502030303020204" pitchFamily="34" charset="0"/>
            </a:endParaRPr>
          </a:p>
          <a:p>
            <a:endParaRPr lang="en-IN" sz="2400" b="1" dirty="0">
              <a:latin typeface="Candara Light" panose="020E0502030303020204" pitchFamily="34" charset="0"/>
            </a:endParaRPr>
          </a:p>
        </p:txBody>
      </p:sp>
    </p:spTree>
    <p:extLst>
      <p:ext uri="{BB962C8B-B14F-4D97-AF65-F5344CB8AC3E}">
        <p14:creationId xmlns:p14="http://schemas.microsoft.com/office/powerpoint/2010/main" val="1750275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4F3DB4-0FD9-6286-B058-A1108328B600}"/>
              </a:ext>
            </a:extLst>
          </p:cNvPr>
          <p:cNvSpPr>
            <a:spLocks noGrp="1"/>
          </p:cNvSpPr>
          <p:nvPr>
            <p:ph type="title"/>
          </p:nvPr>
        </p:nvSpPr>
        <p:spPr>
          <a:xfrm>
            <a:off x="836612" y="281041"/>
            <a:ext cx="12831097" cy="696759"/>
          </a:xfrm>
        </p:spPr>
        <p:txBody>
          <a:bodyPr>
            <a:normAutofit/>
          </a:bodyPr>
          <a:lstStyle/>
          <a:p>
            <a:r>
              <a:rPr lang="en-IN" sz="2800" dirty="0">
                <a:solidFill>
                  <a:srgbClr val="B30F48"/>
                </a:solidFill>
                <a:latin typeface="Arial Rounded MT Bold" panose="020F0704030504030204" pitchFamily="34" charset="0"/>
              </a:rPr>
              <a:t>RESEARCH QUESTIONS AND RESEARCH GAPS</a:t>
            </a:r>
          </a:p>
        </p:txBody>
      </p:sp>
      <p:sp>
        <p:nvSpPr>
          <p:cNvPr id="5" name="Text Placeholder 4">
            <a:extLst>
              <a:ext uri="{FF2B5EF4-FFF2-40B4-BE49-F238E27FC236}">
                <a16:creationId xmlns:a16="http://schemas.microsoft.com/office/drawing/2014/main" id="{340BFF8A-F9E5-B4E3-1CAA-0B9DF49B7C51}"/>
              </a:ext>
            </a:extLst>
          </p:cNvPr>
          <p:cNvSpPr>
            <a:spLocks noGrp="1"/>
          </p:cNvSpPr>
          <p:nvPr>
            <p:ph type="body" idx="1"/>
          </p:nvPr>
        </p:nvSpPr>
        <p:spPr>
          <a:xfrm>
            <a:off x="600638" y="1240862"/>
            <a:ext cx="5157787" cy="459965"/>
          </a:xfrm>
        </p:spPr>
        <p:txBody>
          <a:bodyPr/>
          <a:lstStyle/>
          <a:p>
            <a:pPr algn="ctr"/>
            <a:r>
              <a:rPr lang="en-IN" dirty="0">
                <a:solidFill>
                  <a:srgbClr val="002060"/>
                </a:solidFill>
                <a:latin typeface="Perpetua Titling MT Bold" panose="02020802060505020804" pitchFamily="18" charset="0"/>
              </a:rPr>
              <a:t>RESEARCH QUESTIONS</a:t>
            </a:r>
          </a:p>
        </p:txBody>
      </p:sp>
      <p:sp>
        <p:nvSpPr>
          <p:cNvPr id="6" name="Content Placeholder 5">
            <a:extLst>
              <a:ext uri="{FF2B5EF4-FFF2-40B4-BE49-F238E27FC236}">
                <a16:creationId xmlns:a16="http://schemas.microsoft.com/office/drawing/2014/main" id="{9C4CCD22-6880-3129-655D-DA4D7E53B802}"/>
              </a:ext>
            </a:extLst>
          </p:cNvPr>
          <p:cNvSpPr>
            <a:spLocks noGrp="1"/>
          </p:cNvSpPr>
          <p:nvPr>
            <p:ph sz="half" idx="2"/>
          </p:nvPr>
        </p:nvSpPr>
        <p:spPr>
          <a:xfrm>
            <a:off x="836612" y="1963889"/>
            <a:ext cx="5157787" cy="3684588"/>
          </a:xfrm>
        </p:spPr>
        <p:txBody>
          <a:bodyPr>
            <a:normAutofit fontScale="92500" lnSpcReduction="10000"/>
          </a:bodyPr>
          <a:lstStyle/>
          <a:p>
            <a:pPr>
              <a:lnSpc>
                <a:spcPct val="110000"/>
              </a:lnSpc>
            </a:pPr>
            <a:r>
              <a:rPr lang="en-IN" sz="2400" b="1" dirty="0">
                <a:latin typeface="Candara Light" panose="020E0502030303020204" pitchFamily="34" charset="0"/>
              </a:rPr>
              <a:t>How can NLP and LLMs analyze different medical reports? </a:t>
            </a:r>
          </a:p>
          <a:p>
            <a:pPr>
              <a:lnSpc>
                <a:spcPct val="110000"/>
              </a:lnSpc>
            </a:pPr>
            <a:r>
              <a:rPr lang="en-IN" sz="2400" b="1" dirty="0">
                <a:latin typeface="Candara Light" panose="020E0502030303020204" pitchFamily="34" charset="0"/>
              </a:rPr>
              <a:t>How can AI generate patient-friendly explanations? </a:t>
            </a:r>
          </a:p>
          <a:p>
            <a:pPr>
              <a:lnSpc>
                <a:spcPct val="110000"/>
              </a:lnSpc>
            </a:pPr>
            <a:r>
              <a:rPr lang="en-IN" sz="2400" b="1" dirty="0">
                <a:latin typeface="Candara Light" panose="020E0502030303020204" pitchFamily="34" charset="0"/>
              </a:rPr>
              <a:t>How can multilingual support improve accessibility? </a:t>
            </a:r>
          </a:p>
          <a:p>
            <a:pPr>
              <a:lnSpc>
                <a:spcPct val="110000"/>
              </a:lnSpc>
            </a:pPr>
            <a:r>
              <a:rPr lang="en-IN" sz="2400" b="1" dirty="0">
                <a:latin typeface="Candara Light" panose="020E0502030303020204" pitchFamily="34" charset="0"/>
              </a:rPr>
              <a:t>How can RAG improve reliability? </a:t>
            </a:r>
          </a:p>
          <a:p>
            <a:pPr>
              <a:lnSpc>
                <a:spcPct val="110000"/>
              </a:lnSpc>
            </a:pPr>
            <a:r>
              <a:rPr lang="en-IN" sz="2400" b="1" dirty="0">
                <a:latin typeface="Candara Light" panose="020E0502030303020204" pitchFamily="34" charset="0"/>
              </a:rPr>
              <a:t>How can AI compare historical and current reports? </a:t>
            </a:r>
          </a:p>
          <a:p>
            <a:pPr marL="0" indent="0">
              <a:buNone/>
            </a:pPr>
            <a:endParaRPr lang="en-IN" dirty="0"/>
          </a:p>
        </p:txBody>
      </p:sp>
      <p:sp>
        <p:nvSpPr>
          <p:cNvPr id="7" name="Text Placeholder 6">
            <a:extLst>
              <a:ext uri="{FF2B5EF4-FFF2-40B4-BE49-F238E27FC236}">
                <a16:creationId xmlns:a16="http://schemas.microsoft.com/office/drawing/2014/main" id="{00EC290C-411B-501B-B657-88AFC1C8E004}"/>
              </a:ext>
            </a:extLst>
          </p:cNvPr>
          <p:cNvSpPr>
            <a:spLocks noGrp="1"/>
          </p:cNvSpPr>
          <p:nvPr>
            <p:ph type="body" sz="quarter" idx="3"/>
          </p:nvPr>
        </p:nvSpPr>
        <p:spPr>
          <a:xfrm>
            <a:off x="5994399" y="1240862"/>
            <a:ext cx="5183188" cy="440301"/>
          </a:xfrm>
        </p:spPr>
        <p:txBody>
          <a:bodyPr/>
          <a:lstStyle/>
          <a:p>
            <a:pPr algn="ctr"/>
            <a:r>
              <a:rPr lang="en-IN" dirty="0">
                <a:solidFill>
                  <a:srgbClr val="002060"/>
                </a:solidFill>
                <a:latin typeface="Perpetua Titling MT Bold" panose="02020802060505020804" pitchFamily="18" charset="0"/>
              </a:rPr>
              <a:t>RESEARCH GAPS</a:t>
            </a:r>
          </a:p>
        </p:txBody>
      </p:sp>
      <p:sp>
        <p:nvSpPr>
          <p:cNvPr id="8" name="Content Placeholder 7">
            <a:extLst>
              <a:ext uri="{FF2B5EF4-FFF2-40B4-BE49-F238E27FC236}">
                <a16:creationId xmlns:a16="http://schemas.microsoft.com/office/drawing/2014/main" id="{9B334296-1A9F-43B2-324B-757F16983885}"/>
              </a:ext>
            </a:extLst>
          </p:cNvPr>
          <p:cNvSpPr>
            <a:spLocks noGrp="1"/>
          </p:cNvSpPr>
          <p:nvPr>
            <p:ph sz="quarter" idx="4"/>
          </p:nvPr>
        </p:nvSpPr>
        <p:spPr>
          <a:xfrm>
            <a:off x="6561397" y="1942383"/>
            <a:ext cx="5183188" cy="3684588"/>
          </a:xfrm>
        </p:spPr>
        <p:txBody>
          <a:bodyPr>
            <a:normAutofit fontScale="92500" lnSpcReduction="10000"/>
          </a:bodyPr>
          <a:lstStyle/>
          <a:p>
            <a:pPr>
              <a:lnSpc>
                <a:spcPct val="160000"/>
              </a:lnSpc>
            </a:pPr>
            <a:r>
              <a:rPr lang="en-IN" sz="2400" b="1" dirty="0">
                <a:latin typeface="Candara Light" panose="020E0502030303020204" pitchFamily="34" charset="0"/>
              </a:rPr>
              <a:t>Clinician-oriented AI solutions </a:t>
            </a:r>
          </a:p>
          <a:p>
            <a:pPr>
              <a:lnSpc>
                <a:spcPct val="160000"/>
              </a:lnSpc>
            </a:pPr>
            <a:r>
              <a:rPr lang="en-IN" sz="2400" b="1" dirty="0">
                <a:latin typeface="Candara Light" panose="020E0502030303020204" pitchFamily="34" charset="0"/>
              </a:rPr>
              <a:t>Limited multilingual support </a:t>
            </a:r>
          </a:p>
          <a:p>
            <a:pPr>
              <a:lnSpc>
                <a:spcPct val="160000"/>
              </a:lnSpc>
            </a:pPr>
            <a:r>
              <a:rPr lang="en-IN" sz="2400" b="1" dirty="0">
                <a:latin typeface="Candara Light" panose="020E0502030303020204" pitchFamily="34" charset="0"/>
              </a:rPr>
              <a:t>Lack of historical report comparison </a:t>
            </a:r>
          </a:p>
          <a:p>
            <a:pPr>
              <a:lnSpc>
                <a:spcPct val="160000"/>
              </a:lnSpc>
            </a:pPr>
            <a:r>
              <a:rPr lang="en-IN" sz="2400" b="1" dirty="0">
                <a:latin typeface="Candara Light" panose="020E0502030303020204" pitchFamily="34" charset="0"/>
              </a:rPr>
              <a:t>Poor transparency of abnormal findings </a:t>
            </a:r>
          </a:p>
          <a:p>
            <a:pPr>
              <a:lnSpc>
                <a:spcPct val="160000"/>
              </a:lnSpc>
            </a:pPr>
            <a:r>
              <a:rPr lang="en-IN" sz="2400" b="1" dirty="0">
                <a:latin typeface="Candara Light" panose="020E0502030303020204" pitchFamily="34" charset="0"/>
              </a:rPr>
              <a:t>AI hallucinations in medical responses </a:t>
            </a:r>
          </a:p>
          <a:p>
            <a:pPr marL="0" indent="0">
              <a:buNone/>
            </a:pPr>
            <a:endParaRPr lang="en-IN" dirty="0"/>
          </a:p>
        </p:txBody>
      </p:sp>
      <p:cxnSp>
        <p:nvCxnSpPr>
          <p:cNvPr id="10" name="Straight Connector 9">
            <a:extLst>
              <a:ext uri="{FF2B5EF4-FFF2-40B4-BE49-F238E27FC236}">
                <a16:creationId xmlns:a16="http://schemas.microsoft.com/office/drawing/2014/main" id="{0F3F60D2-4B87-9D71-6004-75F0DF011D28}"/>
              </a:ext>
            </a:extLst>
          </p:cNvPr>
          <p:cNvCxnSpPr/>
          <p:nvPr/>
        </p:nvCxnSpPr>
        <p:spPr>
          <a:xfrm>
            <a:off x="6096000" y="1327355"/>
            <a:ext cx="0" cy="4321122"/>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814610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36036C63-4A66-16C2-9481-88D92C6897DA}"/>
              </a:ext>
            </a:extLst>
          </p:cNvPr>
          <p:cNvSpPr>
            <a:spLocks noGrp="1"/>
          </p:cNvSpPr>
          <p:nvPr>
            <p:ph idx="1"/>
          </p:nvPr>
        </p:nvSpPr>
        <p:spPr>
          <a:xfrm>
            <a:off x="838200" y="498270"/>
            <a:ext cx="10515600" cy="5292930"/>
          </a:xfrm>
        </p:spPr>
        <p:txBody>
          <a:bodyPr/>
          <a:lstStyle/>
          <a:p>
            <a:pPr marL="0" indent="0">
              <a:buNone/>
            </a:pPr>
            <a:r>
              <a:rPr lang="en-IN" dirty="0">
                <a:solidFill>
                  <a:srgbClr val="B30F48"/>
                </a:solidFill>
                <a:latin typeface="Arial Rounded MT Bold" panose="020F0704030504030204" pitchFamily="34" charset="0"/>
              </a:rPr>
              <a:t>EXISTING PRODUCTS:</a:t>
            </a:r>
            <a:endParaRPr lang="en-IN" dirty="0"/>
          </a:p>
        </p:txBody>
      </p:sp>
      <p:graphicFrame>
        <p:nvGraphicFramePr>
          <p:cNvPr id="10" name="Table 9">
            <a:extLst>
              <a:ext uri="{FF2B5EF4-FFF2-40B4-BE49-F238E27FC236}">
                <a16:creationId xmlns:a16="http://schemas.microsoft.com/office/drawing/2014/main" id="{A4E747FB-6354-DE74-0419-6754AEE6525A}"/>
              </a:ext>
            </a:extLst>
          </p:cNvPr>
          <p:cNvGraphicFramePr>
            <a:graphicFrameLocks noGrp="1"/>
          </p:cNvGraphicFramePr>
          <p:nvPr>
            <p:extLst>
              <p:ext uri="{D42A27DB-BD31-4B8C-83A1-F6EECF244321}">
                <p14:modId xmlns:p14="http://schemas.microsoft.com/office/powerpoint/2010/main" val="3784096477"/>
              </p:ext>
            </p:extLst>
          </p:nvPr>
        </p:nvGraphicFramePr>
        <p:xfrm>
          <a:off x="1519084" y="1268361"/>
          <a:ext cx="9153832" cy="2042160"/>
        </p:xfrm>
        <a:graphic>
          <a:graphicData uri="http://schemas.openxmlformats.org/drawingml/2006/table">
            <a:tbl>
              <a:tblPr firstRow="1" bandRow="1">
                <a:tableStyleId>{5940675A-B579-460E-94D1-54222C63F5DA}</a:tableStyleId>
              </a:tblPr>
              <a:tblGrid>
                <a:gridCol w="4576916">
                  <a:extLst>
                    <a:ext uri="{9D8B030D-6E8A-4147-A177-3AD203B41FA5}">
                      <a16:colId xmlns:a16="http://schemas.microsoft.com/office/drawing/2014/main" val="3029233315"/>
                    </a:ext>
                  </a:extLst>
                </a:gridCol>
                <a:gridCol w="4576916">
                  <a:extLst>
                    <a:ext uri="{9D8B030D-6E8A-4147-A177-3AD203B41FA5}">
                      <a16:colId xmlns:a16="http://schemas.microsoft.com/office/drawing/2014/main" val="2386080292"/>
                    </a:ext>
                  </a:extLst>
                </a:gridCol>
              </a:tblGrid>
              <a:tr h="375275">
                <a:tc>
                  <a:txBody>
                    <a:bodyPr/>
                    <a:lstStyle/>
                    <a:p>
                      <a:pPr algn="ctr"/>
                      <a:r>
                        <a:rPr lang="en-IN" sz="2400" dirty="0">
                          <a:solidFill>
                            <a:srgbClr val="002060"/>
                          </a:solidFill>
                          <a:latin typeface="Calibri Bold" panose="020F0702030404030204" pitchFamily="34" charset="0"/>
                          <a:ea typeface="Calibri Bold" panose="020F0702030404030204" pitchFamily="34" charset="0"/>
                          <a:cs typeface="Calibri Bold" panose="020F0702030404030204" pitchFamily="34" charset="0"/>
                        </a:rPr>
                        <a:t>Product</a:t>
                      </a:r>
                    </a:p>
                  </a:txBody>
                  <a:tcPr/>
                </a:tc>
                <a:tc>
                  <a:txBody>
                    <a:bodyPr/>
                    <a:lstStyle/>
                    <a:p>
                      <a:pPr algn="ctr"/>
                      <a:r>
                        <a:rPr lang="en-IN" sz="2400" dirty="0">
                          <a:solidFill>
                            <a:srgbClr val="002060"/>
                          </a:solidFill>
                          <a:latin typeface="Calibri Bold" panose="020F0702030404030204" pitchFamily="34" charset="0"/>
                          <a:ea typeface="Calibri Bold" panose="020F0702030404030204" pitchFamily="34" charset="0"/>
                          <a:cs typeface="Calibri Bold" panose="020F0702030404030204" pitchFamily="34" charset="0"/>
                        </a:rPr>
                        <a:t>Key Limitation</a:t>
                      </a:r>
                    </a:p>
                  </a:txBody>
                  <a:tcPr/>
                </a:tc>
                <a:extLst>
                  <a:ext uri="{0D108BD9-81ED-4DB2-BD59-A6C34878D82A}">
                    <a16:rowId xmlns:a16="http://schemas.microsoft.com/office/drawing/2014/main" val="1022222324"/>
                  </a:ext>
                </a:extLst>
              </a:tr>
              <a:tr h="375275">
                <a:tc>
                  <a:txBody>
                    <a:bodyPr/>
                    <a:lstStyle/>
                    <a:p>
                      <a:r>
                        <a:rPr lang="en-IN" sz="2000" dirty="0"/>
                        <a:t>Microsoft Dragon Copilot</a:t>
                      </a:r>
                    </a:p>
                  </a:txBody>
                  <a:tcPr/>
                </a:tc>
                <a:tc>
                  <a:txBody>
                    <a:bodyPr/>
                    <a:lstStyle/>
                    <a:p>
                      <a:r>
                        <a:rPr lang="en-IN" sz="2000" dirty="0"/>
                        <a:t>Clinician-focused</a:t>
                      </a:r>
                    </a:p>
                  </a:txBody>
                  <a:tcPr/>
                </a:tc>
                <a:extLst>
                  <a:ext uri="{0D108BD9-81ED-4DB2-BD59-A6C34878D82A}">
                    <a16:rowId xmlns:a16="http://schemas.microsoft.com/office/drawing/2014/main" val="969536099"/>
                  </a:ext>
                </a:extLst>
              </a:tr>
              <a:tr h="375275">
                <a:tc>
                  <a:txBody>
                    <a:bodyPr/>
                    <a:lstStyle/>
                    <a:p>
                      <a:r>
                        <a:rPr lang="en-IN" sz="2000" dirty="0"/>
                        <a:t>Glass AI</a:t>
                      </a:r>
                    </a:p>
                  </a:txBody>
                  <a:tcPr/>
                </a:tc>
                <a:tc>
                  <a:txBody>
                    <a:bodyPr/>
                    <a:lstStyle/>
                    <a:p>
                      <a:r>
                        <a:rPr lang="en-IN" sz="2000" dirty="0"/>
                        <a:t>No multilingual support</a:t>
                      </a:r>
                    </a:p>
                  </a:txBody>
                  <a:tcPr/>
                </a:tc>
                <a:extLst>
                  <a:ext uri="{0D108BD9-81ED-4DB2-BD59-A6C34878D82A}">
                    <a16:rowId xmlns:a16="http://schemas.microsoft.com/office/drawing/2014/main" val="550717322"/>
                  </a:ext>
                </a:extLst>
              </a:tr>
              <a:tr h="375275">
                <a:tc>
                  <a:txBody>
                    <a:bodyPr/>
                    <a:lstStyle/>
                    <a:p>
                      <a:r>
                        <a:rPr lang="en-IN" sz="2000" dirty="0"/>
                        <a:t>Google MedLM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t>Developer platform</a:t>
                      </a:r>
                    </a:p>
                  </a:txBody>
                  <a:tcPr anchor="ctr"/>
                </a:tc>
                <a:extLst>
                  <a:ext uri="{0D108BD9-81ED-4DB2-BD59-A6C34878D82A}">
                    <a16:rowId xmlns:a16="http://schemas.microsoft.com/office/drawing/2014/main" val="4100951153"/>
                  </a:ext>
                </a:extLst>
              </a:tr>
              <a:tr h="375275">
                <a:tc>
                  <a:txBody>
                    <a:bodyPr/>
                    <a:lstStyle/>
                    <a:p>
                      <a:r>
                        <a:rPr lang="en-IN" sz="2000" dirty="0"/>
                        <a:t>OpenEvidence</a:t>
                      </a:r>
                    </a:p>
                  </a:txBody>
                  <a:tcPr/>
                </a:tc>
                <a:tc>
                  <a:txBody>
                    <a:bodyPr/>
                    <a:lstStyle/>
                    <a:p>
                      <a:r>
                        <a:rPr lang="en-IN" sz="2000" dirty="0"/>
                        <a:t>No patient-friendly summaries</a:t>
                      </a:r>
                    </a:p>
                  </a:txBody>
                  <a:tcPr/>
                </a:tc>
                <a:extLst>
                  <a:ext uri="{0D108BD9-81ED-4DB2-BD59-A6C34878D82A}">
                    <a16:rowId xmlns:a16="http://schemas.microsoft.com/office/drawing/2014/main" val="3748345557"/>
                  </a:ext>
                </a:extLst>
              </a:tr>
            </a:tbl>
          </a:graphicData>
        </a:graphic>
      </p:graphicFrame>
      <p:sp>
        <p:nvSpPr>
          <p:cNvPr id="11" name="TextBox 10">
            <a:extLst>
              <a:ext uri="{FF2B5EF4-FFF2-40B4-BE49-F238E27FC236}">
                <a16:creationId xmlns:a16="http://schemas.microsoft.com/office/drawing/2014/main" id="{7BDE231E-CFE4-595C-A6FB-C20944DBFC03}"/>
              </a:ext>
            </a:extLst>
          </p:cNvPr>
          <p:cNvSpPr txBox="1"/>
          <p:nvPr/>
        </p:nvSpPr>
        <p:spPr>
          <a:xfrm>
            <a:off x="1519084" y="3991897"/>
            <a:ext cx="9153832" cy="1384995"/>
          </a:xfrm>
          <a:prstGeom prst="rect">
            <a:avLst/>
          </a:prstGeom>
          <a:noFill/>
        </p:spPr>
        <p:txBody>
          <a:bodyPr wrap="square" rtlCol="0">
            <a:spAutoFit/>
          </a:bodyPr>
          <a:lstStyle/>
          <a:p>
            <a:pPr algn="just"/>
            <a:r>
              <a:rPr lang="en-IN" sz="2800" dirty="0"/>
              <a:t>No existing solution combines patient-friendly explanations, multilingual support, health trend analysis, and RAG-based evidence in a single platform.</a:t>
            </a:r>
          </a:p>
        </p:txBody>
      </p:sp>
    </p:spTree>
    <p:extLst>
      <p:ext uri="{BB962C8B-B14F-4D97-AF65-F5344CB8AC3E}">
        <p14:creationId xmlns:p14="http://schemas.microsoft.com/office/powerpoint/2010/main" val="1655093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A16D88-1415-1994-DC77-B93DEDCE4D25}"/>
              </a:ext>
            </a:extLst>
          </p:cNvPr>
          <p:cNvSpPr>
            <a:spLocks noGrp="1"/>
          </p:cNvSpPr>
          <p:nvPr>
            <p:ph idx="1"/>
          </p:nvPr>
        </p:nvSpPr>
        <p:spPr>
          <a:xfrm>
            <a:off x="838200" y="449109"/>
            <a:ext cx="10515600" cy="5332260"/>
          </a:xfrm>
        </p:spPr>
        <p:txBody>
          <a:bodyPr/>
          <a:lstStyle/>
          <a:p>
            <a:pPr marL="0" indent="0">
              <a:buNone/>
            </a:pPr>
            <a:r>
              <a:rPr lang="en-IN" dirty="0">
                <a:solidFill>
                  <a:srgbClr val="B30F48"/>
                </a:solidFill>
                <a:latin typeface="Arial Rounded MT Bold" panose="020F0704030504030204" pitchFamily="34" charset="0"/>
              </a:rPr>
              <a:t>SDG MAPPING</a:t>
            </a:r>
          </a:p>
          <a:p>
            <a:pPr marL="0" indent="0">
              <a:lnSpc>
                <a:spcPct val="150000"/>
              </a:lnSpc>
              <a:buNone/>
            </a:pPr>
            <a:r>
              <a:rPr lang="en-IN" sz="2400" b="1" dirty="0">
                <a:latin typeface="Candara Light" panose="020E0502030303020204" pitchFamily="34" charset="0"/>
              </a:rPr>
              <a:t>SDG 3 – Good Health and Well-being</a:t>
            </a:r>
          </a:p>
          <a:p>
            <a:pPr marL="0" indent="0">
              <a:lnSpc>
                <a:spcPct val="150000"/>
              </a:lnSpc>
              <a:buNone/>
            </a:pPr>
            <a:r>
              <a:rPr lang="en-IN" sz="2400" b="1" dirty="0">
                <a:solidFill>
                  <a:srgbClr val="002060"/>
                </a:solidFill>
                <a:latin typeface="Perpetua Titling MT Bold" panose="02020802060505020804" pitchFamily="18" charset="0"/>
              </a:rPr>
              <a:t>Contribution</a:t>
            </a:r>
          </a:p>
          <a:p>
            <a:pPr>
              <a:lnSpc>
                <a:spcPct val="150000"/>
              </a:lnSpc>
            </a:pPr>
            <a:r>
              <a:rPr lang="en-IN" sz="2400" dirty="0">
                <a:latin typeface="Candara Light" panose="020E0502030303020204" pitchFamily="34" charset="0"/>
              </a:rPr>
              <a:t>Improves healthcare accessibility </a:t>
            </a:r>
          </a:p>
          <a:p>
            <a:pPr>
              <a:lnSpc>
                <a:spcPct val="150000"/>
              </a:lnSpc>
            </a:pPr>
            <a:r>
              <a:rPr lang="en-IN" sz="2400" dirty="0">
                <a:latin typeface="Candara Light" panose="020E0502030303020204" pitchFamily="34" charset="0"/>
              </a:rPr>
              <a:t>Enhances patient understanding </a:t>
            </a:r>
          </a:p>
          <a:p>
            <a:pPr>
              <a:lnSpc>
                <a:spcPct val="150000"/>
              </a:lnSpc>
            </a:pPr>
            <a:r>
              <a:rPr lang="en-IN" sz="2400" dirty="0">
                <a:latin typeface="Candara Light" panose="020E0502030303020204" pitchFamily="34" charset="0"/>
              </a:rPr>
              <a:t>Supports informed healthcare decisions </a:t>
            </a:r>
          </a:p>
          <a:p>
            <a:pPr>
              <a:lnSpc>
                <a:spcPct val="150000"/>
              </a:lnSpc>
            </a:pPr>
            <a:r>
              <a:rPr lang="en-IN" sz="2400" dirty="0">
                <a:latin typeface="Candara Light" panose="020E0502030303020204" pitchFamily="34" charset="0"/>
              </a:rPr>
              <a:t>Strengthens doctor–patient communication </a:t>
            </a:r>
          </a:p>
          <a:p>
            <a:pPr>
              <a:lnSpc>
                <a:spcPct val="150000"/>
              </a:lnSpc>
            </a:pPr>
            <a:r>
              <a:rPr lang="en-IN" sz="2400" dirty="0">
                <a:latin typeface="Candara Light" panose="020E0502030303020204" pitchFamily="34" charset="0"/>
              </a:rPr>
              <a:t>Promotes better healthcare outcomes</a:t>
            </a:r>
          </a:p>
          <a:p>
            <a:pPr marL="0" indent="0">
              <a:buNone/>
            </a:pPr>
            <a:endParaRPr lang="en-IN" sz="2400" b="1" dirty="0">
              <a:solidFill>
                <a:srgbClr val="002060"/>
              </a:solidFill>
              <a:latin typeface="Candara Light" panose="020E0502030303020204" pitchFamily="34" charset="0"/>
            </a:endParaRPr>
          </a:p>
        </p:txBody>
      </p:sp>
    </p:spTree>
    <p:extLst>
      <p:ext uri="{BB962C8B-B14F-4D97-AF65-F5344CB8AC3E}">
        <p14:creationId xmlns:p14="http://schemas.microsoft.com/office/powerpoint/2010/main" val="1969464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AA158-1400-0BE8-AA04-84D698964685}"/>
              </a:ext>
            </a:extLst>
          </p:cNvPr>
          <p:cNvSpPr>
            <a:spLocks noGrp="1"/>
          </p:cNvSpPr>
          <p:nvPr>
            <p:ph idx="1"/>
          </p:nvPr>
        </p:nvSpPr>
        <p:spPr>
          <a:xfrm>
            <a:off x="838200" y="449108"/>
            <a:ext cx="10515600" cy="5273266"/>
          </a:xfrm>
        </p:spPr>
        <p:txBody>
          <a:bodyPr>
            <a:normAutofit fontScale="85000" lnSpcReduction="20000"/>
          </a:bodyPr>
          <a:lstStyle/>
          <a:p>
            <a:pPr marL="0" indent="0">
              <a:buNone/>
            </a:pPr>
            <a:r>
              <a:rPr lang="en-IN" sz="3300" dirty="0">
                <a:solidFill>
                  <a:srgbClr val="B30F48"/>
                </a:solidFill>
                <a:latin typeface="Arial Rounded MT Bold" panose="020F0704030504030204" pitchFamily="34" charset="0"/>
              </a:rPr>
              <a:t>DATASET:</a:t>
            </a:r>
          </a:p>
          <a:p>
            <a:pPr marL="0" indent="0">
              <a:buNone/>
            </a:pPr>
            <a:endParaRPr lang="en-IN" sz="900" dirty="0">
              <a:solidFill>
                <a:srgbClr val="B30F48"/>
              </a:solidFill>
              <a:latin typeface="Arial Rounded MT Bold" panose="020F0704030504030204" pitchFamily="34" charset="0"/>
            </a:endParaRPr>
          </a:p>
          <a:p>
            <a:pPr marL="0" indent="0">
              <a:buNone/>
            </a:pPr>
            <a:r>
              <a:rPr lang="en-IN" sz="2600" b="1" dirty="0">
                <a:solidFill>
                  <a:srgbClr val="002060"/>
                </a:solidFill>
                <a:latin typeface="Arial Rounded MT Bold" panose="020F0704030504030204" pitchFamily="34" charset="0"/>
              </a:rPr>
              <a:t>MRAD (Medical Report Analysis Dataset)</a:t>
            </a:r>
          </a:p>
          <a:p>
            <a:pPr marL="0" indent="0">
              <a:buNone/>
            </a:pPr>
            <a:endParaRPr lang="en-IN" sz="900" b="1" dirty="0">
              <a:solidFill>
                <a:srgbClr val="002060"/>
              </a:solidFill>
              <a:latin typeface="Arial Rounded MT Bold" panose="020F0704030504030204" pitchFamily="34" charset="0"/>
            </a:endParaRPr>
          </a:p>
          <a:p>
            <a:pPr marL="0" indent="0">
              <a:buNone/>
            </a:pPr>
            <a:r>
              <a:rPr lang="en-IN" sz="2400" b="1" dirty="0">
                <a:solidFill>
                  <a:srgbClr val="002060"/>
                </a:solidFill>
                <a:latin typeface="Perpetua Titling MT Bold" panose="02020802060505020804" pitchFamily="18" charset="0"/>
              </a:rPr>
              <a:t>Dataset Overview</a:t>
            </a:r>
          </a:p>
          <a:p>
            <a:r>
              <a:rPr lang="en-IN" sz="2200" b="1" dirty="0">
                <a:latin typeface="Candara Light" panose="020E0502030303020204" pitchFamily="34" charset="0"/>
              </a:rPr>
              <a:t>Dataset Name:</a:t>
            </a:r>
            <a:r>
              <a:rPr lang="en-IN" sz="2200" dirty="0">
                <a:latin typeface="Candara Light" panose="020E0502030303020204" pitchFamily="34" charset="0"/>
              </a:rPr>
              <a:t> MRAD </a:t>
            </a:r>
          </a:p>
          <a:p>
            <a:r>
              <a:rPr lang="en-IN" sz="2200" b="1" dirty="0">
                <a:latin typeface="Candara Light" panose="020E0502030303020204" pitchFamily="34" charset="0"/>
              </a:rPr>
              <a:t>Total Records:</a:t>
            </a:r>
            <a:r>
              <a:rPr lang="en-IN" sz="2200" dirty="0">
                <a:latin typeface="Candara Light" panose="020E0502030303020204" pitchFamily="34" charset="0"/>
              </a:rPr>
              <a:t> 123,371 </a:t>
            </a:r>
          </a:p>
          <a:p>
            <a:r>
              <a:rPr lang="en-IN" sz="2200" b="1" dirty="0">
                <a:latin typeface="Candara Light" panose="020E0502030303020204" pitchFamily="34" charset="0"/>
              </a:rPr>
              <a:t>Sources:</a:t>
            </a:r>
            <a:r>
              <a:rPr lang="en-IN" sz="2200" dirty="0">
                <a:latin typeface="Candara Light" panose="020E0502030303020204" pitchFamily="34" charset="0"/>
              </a:rPr>
              <a:t> 3 </a:t>
            </a:r>
          </a:p>
          <a:p>
            <a:r>
              <a:rPr lang="en-IN" sz="2200" b="1" dirty="0">
                <a:latin typeface="Candara Light" panose="020E0502030303020204" pitchFamily="34" charset="0"/>
              </a:rPr>
              <a:t>Report Types:</a:t>
            </a:r>
            <a:r>
              <a:rPr lang="en-IN" sz="2200" dirty="0">
                <a:latin typeface="Candara Light" panose="020E0502030303020204" pitchFamily="34" charset="0"/>
              </a:rPr>
              <a:t> Blood, Health, Pathology </a:t>
            </a:r>
          </a:p>
          <a:p>
            <a:r>
              <a:rPr lang="en-IN" sz="2200" b="1" dirty="0">
                <a:latin typeface="Candara Light" panose="020E0502030303020204" pitchFamily="34" charset="0"/>
              </a:rPr>
              <a:t>Format:</a:t>
            </a:r>
            <a:r>
              <a:rPr lang="en-IN" sz="2200" dirty="0">
                <a:latin typeface="Candara Light" panose="020E0502030303020204" pitchFamily="34" charset="0"/>
              </a:rPr>
              <a:t> CSV </a:t>
            </a:r>
          </a:p>
          <a:p>
            <a:r>
              <a:rPr lang="en-IN" sz="2200" b="1" dirty="0">
                <a:latin typeface="Candara Light" panose="020E0502030303020204" pitchFamily="34" charset="0"/>
              </a:rPr>
              <a:t>Attributes:</a:t>
            </a:r>
            <a:r>
              <a:rPr lang="en-IN" sz="2200" dirty="0">
                <a:latin typeface="Candara Light" panose="020E0502030303020204" pitchFamily="34" charset="0"/>
              </a:rPr>
              <a:t> 15 </a:t>
            </a:r>
          </a:p>
          <a:p>
            <a:pPr marL="0" indent="0">
              <a:buNone/>
            </a:pPr>
            <a:endParaRPr lang="en-IN" sz="900" dirty="0">
              <a:latin typeface="Candara Light" panose="020E0502030303020204" pitchFamily="34" charset="0"/>
            </a:endParaRPr>
          </a:p>
          <a:p>
            <a:pPr marL="0" indent="0">
              <a:buNone/>
            </a:pPr>
            <a:r>
              <a:rPr lang="en-IN" sz="2400" b="1" dirty="0">
                <a:solidFill>
                  <a:srgbClr val="002060"/>
                </a:solidFill>
                <a:latin typeface="Perpetua Titling MT Bold" panose="02020802060505020804" pitchFamily="18" charset="0"/>
              </a:rPr>
              <a:t>Source Datasets</a:t>
            </a:r>
          </a:p>
          <a:p>
            <a:r>
              <a:rPr lang="en-IN" sz="2200" b="1" dirty="0">
                <a:latin typeface="Candara Light" panose="020E0502030303020204" pitchFamily="34" charset="0"/>
              </a:rPr>
              <a:t>Health Dataset </a:t>
            </a:r>
          </a:p>
          <a:p>
            <a:r>
              <a:rPr lang="en-IN" sz="2200" b="1" dirty="0">
                <a:latin typeface="Candara Light" panose="020E0502030303020204" pitchFamily="34" charset="0"/>
              </a:rPr>
              <a:t>Blood Test Dataset </a:t>
            </a:r>
          </a:p>
          <a:p>
            <a:r>
              <a:rPr lang="en-IN" sz="2200" b="1" dirty="0">
                <a:latin typeface="Candara Light" panose="020E0502030303020204" pitchFamily="34" charset="0"/>
              </a:rPr>
              <a:t>TCGA Pathology Dataset</a:t>
            </a:r>
          </a:p>
          <a:p>
            <a:pPr marL="0" indent="0">
              <a:buNone/>
            </a:pPr>
            <a:endParaRPr lang="en-IN" dirty="0">
              <a:solidFill>
                <a:srgbClr val="B30F48"/>
              </a:solidFill>
              <a:latin typeface="Arial Rounded MT Bold" panose="020F0704030504030204" pitchFamily="34" charset="0"/>
            </a:endParaRPr>
          </a:p>
          <a:p>
            <a:pPr marL="0" indent="0">
              <a:buNone/>
            </a:pPr>
            <a:endParaRPr lang="en-IN" dirty="0"/>
          </a:p>
        </p:txBody>
      </p:sp>
    </p:spTree>
    <p:extLst>
      <p:ext uri="{BB962C8B-B14F-4D97-AF65-F5344CB8AC3E}">
        <p14:creationId xmlns:p14="http://schemas.microsoft.com/office/powerpoint/2010/main" val="3460106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8C9745-3BCE-2EED-2BAB-040D7F187035}"/>
              </a:ext>
            </a:extLst>
          </p:cNvPr>
          <p:cNvSpPr>
            <a:spLocks noGrp="1"/>
          </p:cNvSpPr>
          <p:nvPr>
            <p:ph idx="1"/>
          </p:nvPr>
        </p:nvSpPr>
        <p:spPr>
          <a:xfrm>
            <a:off x="838200" y="567096"/>
            <a:ext cx="10515600" cy="5106118"/>
          </a:xfrm>
        </p:spPr>
        <p:txBody>
          <a:bodyPr/>
          <a:lstStyle/>
          <a:p>
            <a:pPr marL="0" indent="0">
              <a:buNone/>
            </a:pPr>
            <a:r>
              <a:rPr lang="en-IN" dirty="0">
                <a:solidFill>
                  <a:srgbClr val="B30F48"/>
                </a:solidFill>
                <a:latin typeface="Arial Rounded MT Bold" panose="020F0704030504030204" pitchFamily="34" charset="0"/>
              </a:rPr>
              <a:t>DATASET CHALLENGES:</a:t>
            </a:r>
          </a:p>
          <a:p>
            <a:pPr marL="0" indent="0">
              <a:lnSpc>
                <a:spcPct val="100000"/>
              </a:lnSpc>
              <a:buNone/>
            </a:pPr>
            <a:r>
              <a:rPr lang="en-IN" sz="2400" b="1" dirty="0">
                <a:solidFill>
                  <a:srgbClr val="002060"/>
                </a:solidFill>
                <a:latin typeface="Perpetua Titling MT Bold" panose="02020802060505020804" pitchFamily="18" charset="0"/>
              </a:rPr>
              <a:t>Challenges Addressed</a:t>
            </a:r>
          </a:p>
          <a:p>
            <a:pPr>
              <a:lnSpc>
                <a:spcPct val="100000"/>
              </a:lnSpc>
            </a:pPr>
            <a:r>
              <a:rPr lang="en-IN" sz="2400" dirty="0">
                <a:latin typeface="Candara Light" panose="020E0502030303020204" pitchFamily="34" charset="0"/>
              </a:rPr>
              <a:t>Integration of heterogeneous datasets </a:t>
            </a:r>
          </a:p>
          <a:p>
            <a:pPr>
              <a:lnSpc>
                <a:spcPct val="100000"/>
              </a:lnSpc>
            </a:pPr>
            <a:r>
              <a:rPr lang="en-IN" sz="2400" dirty="0">
                <a:latin typeface="Candara Light" panose="020E0502030303020204" pitchFamily="34" charset="0"/>
              </a:rPr>
              <a:t>Removal of duplicate and incomplete records </a:t>
            </a:r>
          </a:p>
          <a:p>
            <a:pPr>
              <a:lnSpc>
                <a:spcPct val="100000"/>
              </a:lnSpc>
            </a:pPr>
            <a:r>
              <a:rPr lang="en-IN" sz="2400" dirty="0">
                <a:latin typeface="Candara Light" panose="020E0502030303020204" pitchFamily="34" charset="0"/>
              </a:rPr>
              <a:t>Standardization into a unified schema </a:t>
            </a:r>
          </a:p>
          <a:p>
            <a:pPr>
              <a:lnSpc>
                <a:spcPct val="100000"/>
              </a:lnSpc>
            </a:pPr>
            <a:r>
              <a:rPr lang="en-IN" sz="2400" dirty="0">
                <a:latin typeface="Candara Light" panose="020E0502030303020204" pitchFamily="34" charset="0"/>
              </a:rPr>
              <a:t>Patient data anonymization </a:t>
            </a:r>
          </a:p>
          <a:p>
            <a:pPr>
              <a:lnSpc>
                <a:spcPct val="100000"/>
              </a:lnSpc>
            </a:pPr>
            <a:r>
              <a:rPr lang="en-IN" sz="2400" dirty="0">
                <a:latin typeface="Candara Light" panose="020E0502030303020204" pitchFamily="34" charset="0"/>
              </a:rPr>
              <a:t>Medical terminology normalization </a:t>
            </a:r>
          </a:p>
          <a:p>
            <a:pPr>
              <a:lnSpc>
                <a:spcPct val="100000"/>
              </a:lnSpc>
            </a:pPr>
            <a:r>
              <a:rPr lang="en-IN" sz="2400" dirty="0">
                <a:latin typeface="Candara Light" panose="020E0502030303020204" pitchFamily="34" charset="0"/>
              </a:rPr>
              <a:t>Structured data generation </a:t>
            </a:r>
          </a:p>
          <a:p>
            <a:pPr>
              <a:lnSpc>
                <a:spcPct val="100000"/>
              </a:lnSpc>
            </a:pPr>
            <a:r>
              <a:rPr lang="en-IN" sz="2400" dirty="0">
                <a:latin typeface="Candara Light" panose="020E0502030303020204" pitchFamily="34" charset="0"/>
              </a:rPr>
              <a:t>Quality assessment of reports </a:t>
            </a:r>
          </a:p>
          <a:p>
            <a:pPr>
              <a:lnSpc>
                <a:spcPct val="100000"/>
              </a:lnSpc>
            </a:pPr>
            <a:r>
              <a:rPr lang="en-IN" sz="2400" dirty="0">
                <a:latin typeface="Candara Light" panose="020E0502030303020204" pitchFamily="34" charset="0"/>
              </a:rPr>
              <a:t>NLP &amp; RAG-ready dataset preparation</a:t>
            </a:r>
          </a:p>
          <a:p>
            <a:pPr marL="0" indent="0">
              <a:buNone/>
            </a:pPr>
            <a:endParaRPr lang="en-IN" dirty="0">
              <a:solidFill>
                <a:srgbClr val="B30F48"/>
              </a:solidFill>
              <a:latin typeface="Arial Rounded MT Bold" panose="020F0704030504030204" pitchFamily="34" charset="0"/>
            </a:endParaRPr>
          </a:p>
        </p:txBody>
      </p:sp>
    </p:spTree>
    <p:extLst>
      <p:ext uri="{BB962C8B-B14F-4D97-AF65-F5344CB8AC3E}">
        <p14:creationId xmlns:p14="http://schemas.microsoft.com/office/powerpoint/2010/main" val="45884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81B57F-55E0-C510-9C8F-E16B524994B6}"/>
              </a:ext>
            </a:extLst>
          </p:cNvPr>
          <p:cNvSpPr>
            <a:spLocks noGrp="1"/>
          </p:cNvSpPr>
          <p:nvPr>
            <p:ph idx="1"/>
          </p:nvPr>
        </p:nvSpPr>
        <p:spPr>
          <a:xfrm>
            <a:off x="838200" y="655587"/>
            <a:ext cx="10515600" cy="4988130"/>
          </a:xfrm>
        </p:spPr>
        <p:txBody>
          <a:bodyPr>
            <a:normAutofit lnSpcReduction="10000"/>
          </a:bodyPr>
          <a:lstStyle/>
          <a:p>
            <a:pPr marL="0" indent="0">
              <a:buNone/>
            </a:pPr>
            <a:r>
              <a:rPr lang="en-IN" dirty="0">
                <a:solidFill>
                  <a:srgbClr val="B30F48"/>
                </a:solidFill>
                <a:latin typeface="Arial Rounded MT Bold" panose="020F0704030504030204" pitchFamily="34" charset="0"/>
              </a:rPr>
              <a:t>Product Novelty:</a:t>
            </a:r>
          </a:p>
          <a:p>
            <a:pPr marL="0" indent="0">
              <a:buNone/>
            </a:pPr>
            <a:endParaRPr lang="en-IN" sz="900" dirty="0">
              <a:solidFill>
                <a:srgbClr val="B30F48"/>
              </a:solidFill>
              <a:latin typeface="Arial Rounded MT Bold" panose="020F0704030504030204" pitchFamily="34" charset="0"/>
            </a:endParaRPr>
          </a:p>
          <a:p>
            <a:pPr marL="0" indent="0">
              <a:buNone/>
            </a:pPr>
            <a:r>
              <a:rPr lang="en-IN" sz="2400" b="1" dirty="0">
                <a:solidFill>
                  <a:srgbClr val="002060"/>
                </a:solidFill>
                <a:latin typeface="Perpetua Titling MT Bold" panose="02020802060505020804" pitchFamily="18" charset="0"/>
              </a:rPr>
              <a:t>Key Innovations</a:t>
            </a:r>
          </a:p>
          <a:p>
            <a:pPr>
              <a:lnSpc>
                <a:spcPct val="200000"/>
              </a:lnSpc>
            </a:pPr>
            <a:r>
              <a:rPr lang="en-IN" sz="2200" b="1" dirty="0">
                <a:latin typeface="Candara Light" panose="020E0502030303020204" pitchFamily="34" charset="0"/>
              </a:rPr>
              <a:t>Dual-mode report interpretation </a:t>
            </a:r>
          </a:p>
          <a:p>
            <a:pPr>
              <a:lnSpc>
                <a:spcPct val="200000"/>
              </a:lnSpc>
            </a:pPr>
            <a:r>
              <a:rPr lang="en-IN" sz="2200" b="1" dirty="0">
                <a:latin typeface="Candara Light" panose="020E0502030303020204" pitchFamily="34" charset="0"/>
              </a:rPr>
              <a:t>Multilingual report explanation </a:t>
            </a:r>
          </a:p>
          <a:p>
            <a:pPr>
              <a:lnSpc>
                <a:spcPct val="200000"/>
              </a:lnSpc>
            </a:pPr>
            <a:r>
              <a:rPr lang="en-IN" sz="2200" b="1" dirty="0">
                <a:latin typeface="Candara Light" panose="020E0502030303020204" pitchFamily="34" charset="0"/>
              </a:rPr>
              <a:t>Longitudinal health trend analysis </a:t>
            </a:r>
          </a:p>
          <a:p>
            <a:pPr>
              <a:lnSpc>
                <a:spcPct val="200000"/>
              </a:lnSpc>
            </a:pPr>
            <a:r>
              <a:rPr lang="en-IN" sz="2200" b="1" dirty="0">
                <a:latin typeface="Candara Light" panose="020E0502030303020204" pitchFamily="34" charset="0"/>
              </a:rPr>
              <a:t>RAG-based evidence-grounded explanations </a:t>
            </a:r>
          </a:p>
          <a:p>
            <a:pPr>
              <a:lnSpc>
                <a:spcPct val="200000"/>
              </a:lnSpc>
            </a:pPr>
            <a:r>
              <a:rPr lang="en-IN" sz="2200" b="1" dirty="0">
                <a:latin typeface="Candara Light" panose="020E0502030303020204" pitchFamily="34" charset="0"/>
              </a:rPr>
              <a:t>Abnormality interpretation</a:t>
            </a:r>
          </a:p>
          <a:p>
            <a:pPr marL="0" indent="0">
              <a:buNone/>
            </a:pPr>
            <a:endParaRPr lang="en-IN" dirty="0">
              <a:solidFill>
                <a:srgbClr val="B30F48"/>
              </a:solidFill>
              <a:latin typeface="Arial Rounded MT Bold" panose="020F0704030504030204" pitchFamily="34" charset="0"/>
            </a:endParaRPr>
          </a:p>
        </p:txBody>
      </p:sp>
    </p:spTree>
    <p:extLst>
      <p:ext uri="{BB962C8B-B14F-4D97-AF65-F5344CB8AC3E}">
        <p14:creationId xmlns:p14="http://schemas.microsoft.com/office/powerpoint/2010/main" val="2529833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DEAB1D-399D-8683-1171-3C336700AD1E}"/>
              </a:ext>
            </a:extLst>
          </p:cNvPr>
          <p:cNvSpPr>
            <a:spLocks noGrp="1"/>
          </p:cNvSpPr>
          <p:nvPr>
            <p:ph idx="1"/>
          </p:nvPr>
        </p:nvSpPr>
        <p:spPr>
          <a:xfrm>
            <a:off x="838200" y="616258"/>
            <a:ext cx="10515600" cy="5027458"/>
          </a:xfrm>
        </p:spPr>
        <p:txBody>
          <a:bodyPr/>
          <a:lstStyle/>
          <a:p>
            <a:pPr marL="0" indent="0">
              <a:buNone/>
            </a:pPr>
            <a:r>
              <a:rPr lang="en-IN" dirty="0">
                <a:solidFill>
                  <a:srgbClr val="B30F48"/>
                </a:solidFill>
                <a:latin typeface="Arial Rounded MT Bold" panose="020F0704030504030204" pitchFamily="34" charset="0"/>
              </a:rPr>
              <a:t>EXPECTED BENEFITS:</a:t>
            </a:r>
          </a:p>
          <a:p>
            <a:pPr marL="0" indent="0">
              <a:buNone/>
            </a:pPr>
            <a:endParaRPr lang="en-IN" sz="800" dirty="0">
              <a:solidFill>
                <a:srgbClr val="B30F48"/>
              </a:solidFill>
              <a:latin typeface="Arial Rounded MT Bold" panose="020F0704030504030204" pitchFamily="34" charset="0"/>
            </a:endParaRPr>
          </a:p>
          <a:p>
            <a:pPr marL="0" indent="0">
              <a:lnSpc>
                <a:spcPct val="100000"/>
              </a:lnSpc>
              <a:buNone/>
            </a:pPr>
            <a:r>
              <a:rPr lang="en-IN" sz="2400" b="1" dirty="0">
                <a:solidFill>
                  <a:srgbClr val="002060"/>
                </a:solidFill>
                <a:latin typeface="Perpetua Titling MT Bold" panose="02020802060505020804" pitchFamily="18" charset="0"/>
              </a:rPr>
              <a:t>For Patients</a:t>
            </a:r>
          </a:p>
          <a:p>
            <a:pPr>
              <a:lnSpc>
                <a:spcPct val="100000"/>
              </a:lnSpc>
            </a:pPr>
            <a:r>
              <a:rPr lang="en-IN" sz="2200" dirty="0">
                <a:latin typeface="Candara Light" panose="020E0502030303020204" pitchFamily="34" charset="0"/>
              </a:rPr>
              <a:t>Easy-to-understand reports </a:t>
            </a:r>
          </a:p>
          <a:p>
            <a:pPr>
              <a:lnSpc>
                <a:spcPct val="100000"/>
              </a:lnSpc>
            </a:pPr>
            <a:r>
              <a:rPr lang="en-IN" sz="2200" dirty="0">
                <a:latin typeface="Candara Light" panose="020E0502030303020204" pitchFamily="34" charset="0"/>
              </a:rPr>
              <a:t>Better health awareness </a:t>
            </a:r>
          </a:p>
          <a:p>
            <a:pPr>
              <a:lnSpc>
                <a:spcPct val="100000"/>
              </a:lnSpc>
            </a:pPr>
            <a:r>
              <a:rPr lang="en-IN" sz="2200" dirty="0">
                <a:latin typeface="Candara Light" panose="020E0502030303020204" pitchFamily="34" charset="0"/>
              </a:rPr>
              <a:t>Multilingual accessibility </a:t>
            </a:r>
          </a:p>
          <a:p>
            <a:pPr marL="0" indent="0">
              <a:lnSpc>
                <a:spcPct val="100000"/>
              </a:lnSpc>
              <a:buNone/>
            </a:pPr>
            <a:endParaRPr lang="en-IN" sz="800" dirty="0">
              <a:latin typeface="Candara Light" panose="020E0502030303020204" pitchFamily="34" charset="0"/>
            </a:endParaRPr>
          </a:p>
          <a:p>
            <a:pPr marL="0" indent="0">
              <a:lnSpc>
                <a:spcPct val="100000"/>
              </a:lnSpc>
              <a:buNone/>
            </a:pPr>
            <a:r>
              <a:rPr lang="en-IN" sz="2400" b="1" dirty="0">
                <a:solidFill>
                  <a:srgbClr val="002060"/>
                </a:solidFill>
                <a:latin typeface="Perpetua Titling MT Bold" panose="02020802060505020804" pitchFamily="18" charset="0"/>
              </a:rPr>
              <a:t>For Healthcare Professionals</a:t>
            </a:r>
          </a:p>
          <a:p>
            <a:pPr>
              <a:lnSpc>
                <a:spcPct val="100000"/>
              </a:lnSpc>
            </a:pPr>
            <a:r>
              <a:rPr lang="en-IN" sz="2200" dirty="0">
                <a:latin typeface="Candara Light" panose="020E0502030303020204" pitchFamily="34" charset="0"/>
              </a:rPr>
              <a:t>Reduced documentation workload </a:t>
            </a:r>
          </a:p>
          <a:p>
            <a:pPr>
              <a:lnSpc>
                <a:spcPct val="100000"/>
              </a:lnSpc>
            </a:pPr>
            <a:r>
              <a:rPr lang="en-IN" sz="2200" dirty="0">
                <a:latin typeface="Candara Light" panose="020E0502030303020204" pitchFamily="34" charset="0"/>
              </a:rPr>
              <a:t>Faster report interpretation </a:t>
            </a:r>
          </a:p>
          <a:p>
            <a:pPr>
              <a:lnSpc>
                <a:spcPct val="100000"/>
              </a:lnSpc>
            </a:pPr>
            <a:r>
              <a:rPr lang="en-IN" sz="2200" dirty="0">
                <a:latin typeface="Candara Light" panose="020E0502030303020204" pitchFamily="34" charset="0"/>
              </a:rPr>
              <a:t>Improved clinical efficiency </a:t>
            </a:r>
          </a:p>
          <a:p>
            <a:pPr marL="0" indent="0">
              <a:buNone/>
            </a:pPr>
            <a:endParaRPr lang="en-IN" dirty="0">
              <a:solidFill>
                <a:srgbClr val="B30F48"/>
              </a:solidFill>
              <a:latin typeface="Arial Rounded MT Bold" panose="020F0704030504030204" pitchFamily="34" charset="0"/>
            </a:endParaRPr>
          </a:p>
        </p:txBody>
      </p:sp>
    </p:spTree>
    <p:extLst>
      <p:ext uri="{BB962C8B-B14F-4D97-AF65-F5344CB8AC3E}">
        <p14:creationId xmlns:p14="http://schemas.microsoft.com/office/powerpoint/2010/main" val="1320762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38C103-884F-D58C-E6AC-8F9D03DD1761}"/>
              </a:ext>
            </a:extLst>
          </p:cNvPr>
          <p:cNvSpPr>
            <a:spLocks noGrp="1"/>
          </p:cNvSpPr>
          <p:nvPr>
            <p:ph idx="1"/>
          </p:nvPr>
        </p:nvSpPr>
        <p:spPr>
          <a:xfrm>
            <a:off x="838200" y="491614"/>
            <a:ext cx="10515600" cy="5290062"/>
          </a:xfrm>
        </p:spPr>
        <p:txBody>
          <a:bodyPr/>
          <a:lstStyle/>
          <a:p>
            <a:pPr marL="0" indent="0">
              <a:buNone/>
            </a:pPr>
            <a:r>
              <a:rPr lang="en-IN" dirty="0">
                <a:solidFill>
                  <a:srgbClr val="B30F48"/>
                </a:solidFill>
                <a:latin typeface="Arial Rounded MT Bold" panose="020F0704030504030204" pitchFamily="34" charset="0"/>
              </a:rPr>
              <a:t>CONCLUSION:</a:t>
            </a:r>
          </a:p>
          <a:p>
            <a:pPr marL="0" indent="0">
              <a:buNone/>
            </a:pPr>
            <a:endParaRPr lang="en-IN" sz="800" dirty="0">
              <a:solidFill>
                <a:srgbClr val="B30F48"/>
              </a:solidFill>
              <a:latin typeface="Arial Rounded MT Bold" panose="020F0704030504030204" pitchFamily="34" charset="0"/>
            </a:endParaRPr>
          </a:p>
          <a:p>
            <a:pPr>
              <a:lnSpc>
                <a:spcPct val="150000"/>
              </a:lnSpc>
              <a:buFont typeface="Wingdings" panose="05000000000000000000" pitchFamily="2" charset="2"/>
              <a:buChar char="§"/>
            </a:pPr>
            <a:r>
              <a:rPr lang="en-IN" sz="2000" dirty="0">
                <a:latin typeface="Candara Light" panose="020E0502030303020204" pitchFamily="34" charset="0"/>
              </a:rPr>
              <a:t>Combines </a:t>
            </a:r>
            <a:r>
              <a:rPr lang="en-IN" sz="2000" b="1" dirty="0">
                <a:latin typeface="Candara Light" panose="020E0502030303020204" pitchFamily="34" charset="0"/>
              </a:rPr>
              <a:t>NLP, LLMs, Generative AI, and RAG</a:t>
            </a:r>
            <a:r>
              <a:rPr lang="en-IN" sz="2000" dirty="0">
                <a:latin typeface="Candara Light" panose="020E0502030303020204" pitchFamily="34" charset="0"/>
              </a:rPr>
              <a:t> for intelligent medical report analysis.</a:t>
            </a:r>
          </a:p>
          <a:p>
            <a:pPr>
              <a:lnSpc>
                <a:spcPct val="150000"/>
              </a:lnSpc>
              <a:buFont typeface="Wingdings" panose="05000000000000000000" pitchFamily="2" charset="2"/>
              <a:buChar char="§"/>
            </a:pPr>
            <a:r>
              <a:rPr lang="en-IN" sz="2000" dirty="0">
                <a:latin typeface="Candara Light" panose="020E0502030303020204" pitchFamily="34" charset="0"/>
              </a:rPr>
              <a:t>Generates </a:t>
            </a:r>
            <a:r>
              <a:rPr lang="en-IN" sz="2000" b="1" dirty="0">
                <a:latin typeface="Candara Light" panose="020E0502030303020204" pitchFamily="34" charset="0"/>
              </a:rPr>
              <a:t>patient-friendly summaries</a:t>
            </a:r>
            <a:r>
              <a:rPr lang="en-IN" sz="2000" dirty="0">
                <a:latin typeface="Candara Light" panose="020E0502030303020204" pitchFamily="34" charset="0"/>
              </a:rPr>
              <a:t> of complex medical reports.</a:t>
            </a:r>
          </a:p>
          <a:p>
            <a:pPr>
              <a:lnSpc>
                <a:spcPct val="150000"/>
              </a:lnSpc>
              <a:buFont typeface="Wingdings" panose="05000000000000000000" pitchFamily="2" charset="2"/>
              <a:buChar char="§"/>
            </a:pPr>
            <a:r>
              <a:rPr lang="en-IN" sz="2000" dirty="0">
                <a:latin typeface="Candara Light" panose="020E0502030303020204" pitchFamily="34" charset="0"/>
              </a:rPr>
              <a:t>Provides </a:t>
            </a:r>
            <a:r>
              <a:rPr lang="en-IN" sz="2000" b="1" dirty="0">
                <a:latin typeface="Candara Light" panose="020E0502030303020204" pitchFamily="34" charset="0"/>
              </a:rPr>
              <a:t>multilingual explanations</a:t>
            </a:r>
            <a:r>
              <a:rPr lang="en-IN" sz="2000" dirty="0">
                <a:latin typeface="Candara Light" panose="020E0502030303020204" pitchFamily="34" charset="0"/>
              </a:rPr>
              <a:t> to improve accessibility.</a:t>
            </a:r>
          </a:p>
          <a:p>
            <a:pPr>
              <a:lnSpc>
                <a:spcPct val="150000"/>
              </a:lnSpc>
              <a:buFont typeface="Wingdings" panose="05000000000000000000" pitchFamily="2" charset="2"/>
              <a:buChar char="§"/>
            </a:pPr>
            <a:r>
              <a:rPr lang="en-IN" sz="2000" dirty="0">
                <a:latin typeface="Candara Light" panose="020E0502030303020204" pitchFamily="34" charset="0"/>
              </a:rPr>
              <a:t>Interprets </a:t>
            </a:r>
            <a:r>
              <a:rPr lang="en-IN" sz="2000" b="1" dirty="0">
                <a:latin typeface="Candara Light" panose="020E0502030303020204" pitchFamily="34" charset="0"/>
              </a:rPr>
              <a:t>abnormal findings</a:t>
            </a:r>
            <a:r>
              <a:rPr lang="en-IN" sz="2000" dirty="0">
                <a:latin typeface="Candara Light" panose="020E0502030303020204" pitchFamily="34" charset="0"/>
              </a:rPr>
              <a:t> in a simple and understandable manner.</a:t>
            </a:r>
          </a:p>
          <a:p>
            <a:pPr>
              <a:lnSpc>
                <a:spcPct val="150000"/>
              </a:lnSpc>
              <a:buFont typeface="Wingdings" panose="05000000000000000000" pitchFamily="2" charset="2"/>
              <a:buChar char="§"/>
            </a:pPr>
            <a:r>
              <a:rPr lang="en-IN" sz="2000" dirty="0">
                <a:latin typeface="Candara Light" panose="020E0502030303020204" pitchFamily="34" charset="0"/>
              </a:rPr>
              <a:t>Compares </a:t>
            </a:r>
            <a:r>
              <a:rPr lang="en-IN" sz="2000" b="1" dirty="0">
                <a:latin typeface="Candara Light" panose="020E0502030303020204" pitchFamily="34" charset="0"/>
              </a:rPr>
              <a:t>historical and current medical reports</a:t>
            </a:r>
            <a:r>
              <a:rPr lang="en-IN" sz="2000" dirty="0">
                <a:latin typeface="Candara Light" panose="020E0502030303020204" pitchFamily="34" charset="0"/>
              </a:rPr>
              <a:t> to identify health trends.</a:t>
            </a:r>
          </a:p>
          <a:p>
            <a:pPr>
              <a:lnSpc>
                <a:spcPct val="150000"/>
              </a:lnSpc>
              <a:buFont typeface="Wingdings" panose="05000000000000000000" pitchFamily="2" charset="2"/>
              <a:buChar char="§"/>
            </a:pPr>
            <a:r>
              <a:rPr lang="en-IN" sz="2000" dirty="0">
                <a:latin typeface="Candara Light" panose="020E0502030303020204" pitchFamily="34" charset="0"/>
              </a:rPr>
              <a:t>Enhances </a:t>
            </a:r>
            <a:r>
              <a:rPr lang="en-IN" sz="2000" b="1" dirty="0">
                <a:latin typeface="Candara Light" panose="020E0502030303020204" pitchFamily="34" charset="0"/>
              </a:rPr>
              <a:t>healthcare accessibility</a:t>
            </a:r>
            <a:r>
              <a:rPr lang="en-IN" sz="2000" dirty="0">
                <a:latin typeface="Candara Light" panose="020E0502030303020204" pitchFamily="34" charset="0"/>
              </a:rPr>
              <a:t> and </a:t>
            </a:r>
            <a:r>
              <a:rPr lang="en-IN" sz="2000" b="1" dirty="0">
                <a:latin typeface="Candara Light" panose="020E0502030303020204" pitchFamily="34" charset="0"/>
              </a:rPr>
              <a:t>clinical efficiency</a:t>
            </a:r>
            <a:r>
              <a:rPr lang="en-IN" sz="2000" dirty="0">
                <a:latin typeface="Candara Light" panose="020E0502030303020204" pitchFamily="34" charset="0"/>
              </a:rPr>
              <a:t>.</a:t>
            </a:r>
          </a:p>
          <a:p>
            <a:pPr>
              <a:lnSpc>
                <a:spcPct val="150000"/>
              </a:lnSpc>
              <a:buFont typeface="Wingdings" panose="05000000000000000000" pitchFamily="2" charset="2"/>
              <a:buChar char="§"/>
            </a:pPr>
            <a:r>
              <a:rPr lang="en-IN" sz="2000" dirty="0">
                <a:latin typeface="Candara Light" panose="020E0502030303020204" pitchFamily="34" charset="0"/>
              </a:rPr>
              <a:t>Improves </a:t>
            </a:r>
            <a:r>
              <a:rPr lang="en-IN" sz="2000" b="1" dirty="0">
                <a:latin typeface="Candara Light" panose="020E0502030303020204" pitchFamily="34" charset="0"/>
              </a:rPr>
              <a:t>patient understanding</a:t>
            </a:r>
            <a:r>
              <a:rPr lang="en-IN" sz="2000" dirty="0">
                <a:latin typeface="Candara Light" panose="020E0502030303020204" pitchFamily="34" charset="0"/>
              </a:rPr>
              <a:t> and supports </a:t>
            </a:r>
            <a:r>
              <a:rPr lang="en-IN" sz="2000" b="1" dirty="0">
                <a:latin typeface="Candara Light" panose="020E0502030303020204" pitchFamily="34" charset="0"/>
              </a:rPr>
              <a:t>informed healthcare decisions</a:t>
            </a:r>
            <a:r>
              <a:rPr lang="en-IN" sz="2000" dirty="0">
                <a:latin typeface="Candara Light" panose="020E0502030303020204" pitchFamily="34" charset="0"/>
              </a:rPr>
              <a:t>.</a:t>
            </a:r>
            <a:endParaRPr lang="en-IN" sz="2000" dirty="0">
              <a:solidFill>
                <a:srgbClr val="B30F48"/>
              </a:solidFill>
              <a:latin typeface="Candara Light" panose="020E0502030303020204" pitchFamily="34" charset="0"/>
            </a:endParaRPr>
          </a:p>
        </p:txBody>
      </p:sp>
    </p:spTree>
    <p:extLst>
      <p:ext uri="{BB962C8B-B14F-4D97-AF65-F5344CB8AC3E}">
        <p14:creationId xmlns:p14="http://schemas.microsoft.com/office/powerpoint/2010/main" val="1758478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A4BB08-2990-DECD-0B94-B310D3C55F71}"/>
              </a:ext>
            </a:extLst>
          </p:cNvPr>
          <p:cNvSpPr>
            <a:spLocks noGrp="1"/>
          </p:cNvSpPr>
          <p:nvPr>
            <p:ph idx="1"/>
          </p:nvPr>
        </p:nvSpPr>
        <p:spPr>
          <a:xfrm>
            <a:off x="838200" y="1317523"/>
            <a:ext cx="10515600" cy="2782529"/>
          </a:xfrm>
        </p:spPr>
        <p:txBody>
          <a:bodyPr>
            <a:normAutofit/>
          </a:bodyPr>
          <a:lstStyle/>
          <a:p>
            <a:pPr marL="0" indent="0" algn="ctr">
              <a:lnSpc>
                <a:spcPct val="200000"/>
              </a:lnSpc>
              <a:buNone/>
            </a:pPr>
            <a:r>
              <a:rPr lang="en-IN" sz="7200" dirty="0">
                <a:solidFill>
                  <a:srgbClr val="002060"/>
                </a:solidFill>
                <a:latin typeface="Arial Rounded MT Bold" panose="020F0704030504030204" pitchFamily="34" charset="0"/>
              </a:rPr>
              <a:t>THANK YOU!</a:t>
            </a:r>
          </a:p>
        </p:txBody>
      </p:sp>
    </p:spTree>
    <p:extLst>
      <p:ext uri="{BB962C8B-B14F-4D97-AF65-F5344CB8AC3E}">
        <p14:creationId xmlns:p14="http://schemas.microsoft.com/office/powerpoint/2010/main" val="1623625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1029</Words>
  <Application>Microsoft Office PowerPoint</Application>
  <PresentationFormat>Widescreen</PresentationFormat>
  <Paragraphs>164</Paragraphs>
  <Slides>16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Arial</vt:lpstr>
      <vt:lpstr>Arial Rounded MT Bold</vt:lpstr>
      <vt:lpstr>Calibri</vt:lpstr>
      <vt:lpstr>Calibri Bold</vt:lpstr>
      <vt:lpstr>Calibri Light</vt:lpstr>
      <vt:lpstr>Calibri Light (Headings)</vt:lpstr>
      <vt:lpstr>Candara</vt:lpstr>
      <vt:lpstr>Candara Light</vt:lpstr>
      <vt:lpstr>Perpetua Titling MT Bold</vt:lpstr>
      <vt:lpstr>Poppins</vt:lpstr>
      <vt:lpstr>Wingdings</vt:lpstr>
      <vt:lpstr>Office Theme</vt:lpstr>
      <vt:lpstr> 23 CSE471  NATURAL LANGUAGe  pROCESSING</vt:lpstr>
      <vt:lpstr>MEDICAL REPORT ANALYZER</vt:lpstr>
      <vt:lpstr>PowerPoint Presentation</vt:lpstr>
      <vt:lpstr>PowerPoint Presentation</vt:lpstr>
      <vt:lpstr>PowerPoint Presentation</vt:lpstr>
      <vt:lpstr>MedNarrate Medical Reports, Made Simple</vt:lpstr>
      <vt:lpstr>PowerPoint Presentation</vt:lpstr>
      <vt:lpstr>RESEARCH QUESTIONS AND RESEARCH GAPS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manaswini yoshitha</dc:creator>
  <cp:lastModifiedBy>manaswini yoshitha</cp:lastModifiedBy>
  <cp:revision>4</cp:revision>
  <dcterms:created xsi:type="dcterms:W3CDTF">2026-07-04T05:41:10Z</dcterms:created>
  <dcterms:modified xsi:type="dcterms:W3CDTF">2026-07-17T17:57:44Z</dcterms:modified>
</cp:coreProperties>
</file>